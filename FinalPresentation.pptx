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69" r:id="rId1"/>
  </p:sldMasterIdLst>
  <p:notesMasterIdLst>
    <p:notesMasterId r:id="rId15"/>
  </p:notesMasterIdLst>
  <p:sldIdLst>
    <p:sldId id="256" r:id="rId2"/>
    <p:sldId id="257" r:id="rId3"/>
    <p:sldId id="270" r:id="rId4"/>
    <p:sldId id="259" r:id="rId5"/>
    <p:sldId id="261" r:id="rId6"/>
    <p:sldId id="272" r:id="rId7"/>
    <p:sldId id="263" r:id="rId8"/>
    <p:sldId id="264" r:id="rId9"/>
    <p:sldId id="265" r:id="rId10"/>
    <p:sldId id="266" r:id="rId11"/>
    <p:sldId id="267" r:id="rId12"/>
    <p:sldId id="268" r:id="rId13"/>
    <p:sldId id="269"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FF29"/>
    <a:srgbClr val="007033"/>
    <a:srgbClr val="ECECEC"/>
    <a:srgbClr val="A40062"/>
    <a:srgbClr val="A4660C"/>
    <a:srgbClr val="952F69"/>
    <a:srgbClr val="FF856D"/>
    <a:srgbClr val="FF2549"/>
    <a:srgbClr val="003635"/>
    <a:srgbClr val="0058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5666"/>
  </p:normalViewPr>
  <p:slideViewPr>
    <p:cSldViewPr snapToGrid="0">
      <p:cViewPr>
        <p:scale>
          <a:sx n="130" d="100"/>
          <a:sy n="130" d="100"/>
        </p:scale>
        <p:origin x="1024" y="304"/>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ata5.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ata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5D2281-27B7-40E7-8E6F-C78C7DD349D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84F712B-B51B-4AA9-86E1-EC2A7619B763}">
      <dgm:prSet/>
      <dgm:spPr/>
      <dgm:t>
        <a:bodyPr/>
        <a:lstStyle/>
        <a:p>
          <a:r>
            <a:rPr lang="en-US" dirty="0"/>
            <a:t>Kapil Pandey </a:t>
          </a:r>
        </a:p>
      </dgm:t>
    </dgm:pt>
    <dgm:pt modelId="{112E5FE5-973D-4261-B422-EF94BC577D90}" type="parTrans" cxnId="{2396527B-BAA2-4F85-992B-3650F4AB4BE6}">
      <dgm:prSet/>
      <dgm:spPr/>
      <dgm:t>
        <a:bodyPr/>
        <a:lstStyle/>
        <a:p>
          <a:endParaRPr lang="en-US"/>
        </a:p>
      </dgm:t>
    </dgm:pt>
    <dgm:pt modelId="{F0D2018D-746B-4455-957C-BD669FA9C1CF}" type="sibTrans" cxnId="{2396527B-BAA2-4F85-992B-3650F4AB4BE6}">
      <dgm:prSet/>
      <dgm:spPr/>
      <dgm:t>
        <a:bodyPr/>
        <a:lstStyle/>
        <a:p>
          <a:endParaRPr lang="en-US"/>
        </a:p>
      </dgm:t>
    </dgm:pt>
    <dgm:pt modelId="{30961C39-F5A9-4F9A-9894-8F662A5B0089}">
      <dgm:prSet/>
      <dgm:spPr/>
      <dgm:t>
        <a:bodyPr/>
        <a:lstStyle/>
        <a:p>
          <a:r>
            <a:rPr lang="en-US" dirty="0"/>
            <a:t>Keshav  Neupane </a:t>
          </a:r>
        </a:p>
      </dgm:t>
    </dgm:pt>
    <dgm:pt modelId="{EABFFF04-5CBE-4F8E-B825-53673D1F85C8}" type="parTrans" cxnId="{B3C2761A-685B-4245-8B06-D26FBA3D27BC}">
      <dgm:prSet/>
      <dgm:spPr/>
      <dgm:t>
        <a:bodyPr/>
        <a:lstStyle/>
        <a:p>
          <a:endParaRPr lang="en-US"/>
        </a:p>
      </dgm:t>
    </dgm:pt>
    <dgm:pt modelId="{1B819861-2F41-4242-9110-A7D02875F141}" type="sibTrans" cxnId="{B3C2761A-685B-4245-8B06-D26FBA3D27BC}">
      <dgm:prSet/>
      <dgm:spPr/>
      <dgm:t>
        <a:bodyPr/>
        <a:lstStyle/>
        <a:p>
          <a:endParaRPr lang="en-US"/>
        </a:p>
      </dgm:t>
    </dgm:pt>
    <dgm:pt modelId="{C245ED37-793F-4DF2-913B-A45CADFAA2B8}">
      <dgm:prSet/>
      <dgm:spPr/>
      <dgm:t>
        <a:bodyPr/>
        <a:lstStyle/>
        <a:p>
          <a:r>
            <a:rPr lang="en-US"/>
            <a:t>Sujita Koju</a:t>
          </a:r>
        </a:p>
      </dgm:t>
    </dgm:pt>
    <dgm:pt modelId="{78E958F4-D4D7-405E-B4E6-6780D6CF518B}" type="parTrans" cxnId="{CE0EFC58-6FEC-46F8-AF53-A1D7B465EB0A}">
      <dgm:prSet/>
      <dgm:spPr/>
      <dgm:t>
        <a:bodyPr/>
        <a:lstStyle/>
        <a:p>
          <a:endParaRPr lang="en-US"/>
        </a:p>
      </dgm:t>
    </dgm:pt>
    <dgm:pt modelId="{2D5A8D1F-7722-4376-9471-F627105A6156}" type="sibTrans" cxnId="{CE0EFC58-6FEC-46F8-AF53-A1D7B465EB0A}">
      <dgm:prSet/>
      <dgm:spPr/>
      <dgm:t>
        <a:bodyPr/>
        <a:lstStyle/>
        <a:p>
          <a:endParaRPr lang="en-US"/>
        </a:p>
      </dgm:t>
    </dgm:pt>
    <dgm:pt modelId="{18905F1E-967D-4411-B4C4-D62AAFA4DABF}">
      <dgm:prSet/>
      <dgm:spPr/>
      <dgm:t>
        <a:bodyPr/>
        <a:lstStyle/>
        <a:p>
          <a:r>
            <a:rPr lang="en-US"/>
            <a:t>Anita Suwal</a:t>
          </a:r>
        </a:p>
      </dgm:t>
    </dgm:pt>
    <dgm:pt modelId="{C2CEB523-36F0-41F3-9974-B8C66E5D1A70}" type="parTrans" cxnId="{DFD2E104-2F25-4E0A-AF2B-BADFE73BE1D1}">
      <dgm:prSet/>
      <dgm:spPr/>
      <dgm:t>
        <a:bodyPr/>
        <a:lstStyle/>
        <a:p>
          <a:endParaRPr lang="en-US"/>
        </a:p>
      </dgm:t>
    </dgm:pt>
    <dgm:pt modelId="{212C3E89-4D8A-4D31-AEB5-142F659AAA41}" type="sibTrans" cxnId="{DFD2E104-2F25-4E0A-AF2B-BADFE73BE1D1}">
      <dgm:prSet/>
      <dgm:spPr/>
      <dgm:t>
        <a:bodyPr/>
        <a:lstStyle/>
        <a:p>
          <a:endParaRPr lang="en-US"/>
        </a:p>
      </dgm:t>
    </dgm:pt>
    <dgm:pt modelId="{2EA70926-FBEC-4B17-AFFA-A0F9B8473B79}">
      <dgm:prSet/>
      <dgm:spPr/>
      <dgm:t>
        <a:bodyPr/>
        <a:lstStyle/>
        <a:p>
          <a:r>
            <a:rPr lang="en-US"/>
            <a:t>Bishal Parajuli</a:t>
          </a:r>
        </a:p>
      </dgm:t>
    </dgm:pt>
    <dgm:pt modelId="{157EFB2D-CBD2-4988-8AEF-9C60412F7529}" type="parTrans" cxnId="{DC1F54D9-2C98-4D49-BFE6-A4986DAAE1A2}">
      <dgm:prSet/>
      <dgm:spPr/>
      <dgm:t>
        <a:bodyPr/>
        <a:lstStyle/>
        <a:p>
          <a:endParaRPr lang="en-US"/>
        </a:p>
      </dgm:t>
    </dgm:pt>
    <dgm:pt modelId="{5A24CD1C-132F-4D56-AD91-1185A54538BC}" type="sibTrans" cxnId="{DC1F54D9-2C98-4D49-BFE6-A4986DAAE1A2}">
      <dgm:prSet/>
      <dgm:spPr/>
      <dgm:t>
        <a:bodyPr/>
        <a:lstStyle/>
        <a:p>
          <a:endParaRPr lang="en-US"/>
        </a:p>
      </dgm:t>
    </dgm:pt>
    <dgm:pt modelId="{524F29FD-18CA-44B6-BA05-F75869708ED8}" type="pres">
      <dgm:prSet presAssocID="{EF5D2281-27B7-40E7-8E6F-C78C7DD349DE}" presName="linear" presStyleCnt="0">
        <dgm:presLayoutVars>
          <dgm:dir/>
          <dgm:animLvl val="lvl"/>
          <dgm:resizeHandles val="exact"/>
        </dgm:presLayoutVars>
      </dgm:prSet>
      <dgm:spPr/>
    </dgm:pt>
    <dgm:pt modelId="{4C36F6C6-3A17-47D4-89E7-08678F807D7B}" type="pres">
      <dgm:prSet presAssocID="{784F712B-B51B-4AA9-86E1-EC2A7619B763}" presName="parentLin" presStyleCnt="0"/>
      <dgm:spPr/>
    </dgm:pt>
    <dgm:pt modelId="{75363754-1234-45B4-97CC-A5792A9F87CF}" type="pres">
      <dgm:prSet presAssocID="{784F712B-B51B-4AA9-86E1-EC2A7619B763}" presName="parentLeftMargin" presStyleLbl="node1" presStyleIdx="0" presStyleCnt="5"/>
      <dgm:spPr/>
    </dgm:pt>
    <dgm:pt modelId="{D5C5B24B-79F9-4D45-872E-EFB64C62195F}" type="pres">
      <dgm:prSet presAssocID="{784F712B-B51B-4AA9-86E1-EC2A7619B763}" presName="parentText" presStyleLbl="node1" presStyleIdx="0" presStyleCnt="5">
        <dgm:presLayoutVars>
          <dgm:chMax val="0"/>
          <dgm:bulletEnabled val="1"/>
        </dgm:presLayoutVars>
      </dgm:prSet>
      <dgm:spPr/>
    </dgm:pt>
    <dgm:pt modelId="{A26724C9-F582-4716-9338-92F4E6A34897}" type="pres">
      <dgm:prSet presAssocID="{784F712B-B51B-4AA9-86E1-EC2A7619B763}" presName="negativeSpace" presStyleCnt="0"/>
      <dgm:spPr/>
    </dgm:pt>
    <dgm:pt modelId="{D015095D-1EA1-4177-B489-7B249B88C970}" type="pres">
      <dgm:prSet presAssocID="{784F712B-B51B-4AA9-86E1-EC2A7619B763}" presName="childText" presStyleLbl="conFgAcc1" presStyleIdx="0" presStyleCnt="5">
        <dgm:presLayoutVars>
          <dgm:bulletEnabled val="1"/>
        </dgm:presLayoutVars>
      </dgm:prSet>
      <dgm:spPr/>
    </dgm:pt>
    <dgm:pt modelId="{B100CE38-6AB9-407A-BA17-C269C62B5FB8}" type="pres">
      <dgm:prSet presAssocID="{F0D2018D-746B-4455-957C-BD669FA9C1CF}" presName="spaceBetweenRectangles" presStyleCnt="0"/>
      <dgm:spPr/>
    </dgm:pt>
    <dgm:pt modelId="{FA1408C5-F249-4EF3-BE27-2C81ECDCF796}" type="pres">
      <dgm:prSet presAssocID="{30961C39-F5A9-4F9A-9894-8F662A5B0089}" presName="parentLin" presStyleCnt="0"/>
      <dgm:spPr/>
    </dgm:pt>
    <dgm:pt modelId="{9F55819A-540E-48E7-AA8C-4723136625C3}" type="pres">
      <dgm:prSet presAssocID="{30961C39-F5A9-4F9A-9894-8F662A5B0089}" presName="parentLeftMargin" presStyleLbl="node1" presStyleIdx="0" presStyleCnt="5"/>
      <dgm:spPr/>
    </dgm:pt>
    <dgm:pt modelId="{CB6DD528-821F-4561-BBDB-602A9C78FA2A}" type="pres">
      <dgm:prSet presAssocID="{30961C39-F5A9-4F9A-9894-8F662A5B0089}" presName="parentText" presStyleLbl="node1" presStyleIdx="1" presStyleCnt="5">
        <dgm:presLayoutVars>
          <dgm:chMax val="0"/>
          <dgm:bulletEnabled val="1"/>
        </dgm:presLayoutVars>
      </dgm:prSet>
      <dgm:spPr/>
    </dgm:pt>
    <dgm:pt modelId="{DC3F1AF5-D9A1-488D-BA00-B0001D3F35B5}" type="pres">
      <dgm:prSet presAssocID="{30961C39-F5A9-4F9A-9894-8F662A5B0089}" presName="negativeSpace" presStyleCnt="0"/>
      <dgm:spPr/>
    </dgm:pt>
    <dgm:pt modelId="{6690EC3F-F09E-4E49-86A2-DCB3004ABBE4}" type="pres">
      <dgm:prSet presAssocID="{30961C39-F5A9-4F9A-9894-8F662A5B0089}" presName="childText" presStyleLbl="conFgAcc1" presStyleIdx="1" presStyleCnt="5">
        <dgm:presLayoutVars>
          <dgm:bulletEnabled val="1"/>
        </dgm:presLayoutVars>
      </dgm:prSet>
      <dgm:spPr/>
    </dgm:pt>
    <dgm:pt modelId="{0229DBCD-1D06-4A7E-85C1-38607270B1F8}" type="pres">
      <dgm:prSet presAssocID="{1B819861-2F41-4242-9110-A7D02875F141}" presName="spaceBetweenRectangles" presStyleCnt="0"/>
      <dgm:spPr/>
    </dgm:pt>
    <dgm:pt modelId="{6BF36C0A-3334-437E-AF79-48F94C1AAFE4}" type="pres">
      <dgm:prSet presAssocID="{C245ED37-793F-4DF2-913B-A45CADFAA2B8}" presName="parentLin" presStyleCnt="0"/>
      <dgm:spPr/>
    </dgm:pt>
    <dgm:pt modelId="{A2BE5065-5BE7-4C9B-AF66-DFF9C8325EB7}" type="pres">
      <dgm:prSet presAssocID="{C245ED37-793F-4DF2-913B-A45CADFAA2B8}" presName="parentLeftMargin" presStyleLbl="node1" presStyleIdx="1" presStyleCnt="5"/>
      <dgm:spPr/>
    </dgm:pt>
    <dgm:pt modelId="{5824C3F7-ADB4-4ADF-A6F8-1FD9D5A50BA3}" type="pres">
      <dgm:prSet presAssocID="{C245ED37-793F-4DF2-913B-A45CADFAA2B8}" presName="parentText" presStyleLbl="node1" presStyleIdx="2" presStyleCnt="5">
        <dgm:presLayoutVars>
          <dgm:chMax val="0"/>
          <dgm:bulletEnabled val="1"/>
        </dgm:presLayoutVars>
      </dgm:prSet>
      <dgm:spPr/>
    </dgm:pt>
    <dgm:pt modelId="{22862C87-485B-4906-85D4-CD235FFA03D1}" type="pres">
      <dgm:prSet presAssocID="{C245ED37-793F-4DF2-913B-A45CADFAA2B8}" presName="negativeSpace" presStyleCnt="0"/>
      <dgm:spPr/>
    </dgm:pt>
    <dgm:pt modelId="{3FF75E26-D533-4FC6-8972-08522C694C99}" type="pres">
      <dgm:prSet presAssocID="{C245ED37-793F-4DF2-913B-A45CADFAA2B8}" presName="childText" presStyleLbl="conFgAcc1" presStyleIdx="2" presStyleCnt="5">
        <dgm:presLayoutVars>
          <dgm:bulletEnabled val="1"/>
        </dgm:presLayoutVars>
      </dgm:prSet>
      <dgm:spPr/>
    </dgm:pt>
    <dgm:pt modelId="{FE35E408-6E09-478F-9D4C-7DD425FAE528}" type="pres">
      <dgm:prSet presAssocID="{2D5A8D1F-7722-4376-9471-F627105A6156}" presName="spaceBetweenRectangles" presStyleCnt="0"/>
      <dgm:spPr/>
    </dgm:pt>
    <dgm:pt modelId="{22DCBB1E-E6F8-46CF-B64B-7BD0ADDC2182}" type="pres">
      <dgm:prSet presAssocID="{18905F1E-967D-4411-B4C4-D62AAFA4DABF}" presName="parentLin" presStyleCnt="0"/>
      <dgm:spPr/>
    </dgm:pt>
    <dgm:pt modelId="{37640018-34D7-4842-B466-D4636A8376C7}" type="pres">
      <dgm:prSet presAssocID="{18905F1E-967D-4411-B4C4-D62AAFA4DABF}" presName="parentLeftMargin" presStyleLbl="node1" presStyleIdx="2" presStyleCnt="5"/>
      <dgm:spPr/>
    </dgm:pt>
    <dgm:pt modelId="{4BF46B2E-017F-431E-AA3E-9376D9D7FFF5}" type="pres">
      <dgm:prSet presAssocID="{18905F1E-967D-4411-B4C4-D62AAFA4DABF}" presName="parentText" presStyleLbl="node1" presStyleIdx="3" presStyleCnt="5">
        <dgm:presLayoutVars>
          <dgm:chMax val="0"/>
          <dgm:bulletEnabled val="1"/>
        </dgm:presLayoutVars>
      </dgm:prSet>
      <dgm:spPr/>
    </dgm:pt>
    <dgm:pt modelId="{0DFD5938-665E-4320-A63D-B9434318EDFB}" type="pres">
      <dgm:prSet presAssocID="{18905F1E-967D-4411-B4C4-D62AAFA4DABF}" presName="negativeSpace" presStyleCnt="0"/>
      <dgm:spPr/>
    </dgm:pt>
    <dgm:pt modelId="{73C58891-7134-4562-9B22-9F42DD35A765}" type="pres">
      <dgm:prSet presAssocID="{18905F1E-967D-4411-B4C4-D62AAFA4DABF}" presName="childText" presStyleLbl="conFgAcc1" presStyleIdx="3" presStyleCnt="5">
        <dgm:presLayoutVars>
          <dgm:bulletEnabled val="1"/>
        </dgm:presLayoutVars>
      </dgm:prSet>
      <dgm:spPr/>
    </dgm:pt>
    <dgm:pt modelId="{A84A5C0E-6717-4A0C-8BC8-2EF005FB1E2B}" type="pres">
      <dgm:prSet presAssocID="{212C3E89-4D8A-4D31-AEB5-142F659AAA41}" presName="spaceBetweenRectangles" presStyleCnt="0"/>
      <dgm:spPr/>
    </dgm:pt>
    <dgm:pt modelId="{F94D8606-EADC-414D-A3FE-7F2F9A9FF097}" type="pres">
      <dgm:prSet presAssocID="{2EA70926-FBEC-4B17-AFFA-A0F9B8473B79}" presName="parentLin" presStyleCnt="0"/>
      <dgm:spPr/>
    </dgm:pt>
    <dgm:pt modelId="{AEB6A112-1903-4D7B-BB0E-4839C3AD3732}" type="pres">
      <dgm:prSet presAssocID="{2EA70926-FBEC-4B17-AFFA-A0F9B8473B79}" presName="parentLeftMargin" presStyleLbl="node1" presStyleIdx="3" presStyleCnt="5"/>
      <dgm:spPr/>
    </dgm:pt>
    <dgm:pt modelId="{AF102AD0-5D92-455D-A999-7D0E2BB4310E}" type="pres">
      <dgm:prSet presAssocID="{2EA70926-FBEC-4B17-AFFA-A0F9B8473B79}" presName="parentText" presStyleLbl="node1" presStyleIdx="4" presStyleCnt="5">
        <dgm:presLayoutVars>
          <dgm:chMax val="0"/>
          <dgm:bulletEnabled val="1"/>
        </dgm:presLayoutVars>
      </dgm:prSet>
      <dgm:spPr/>
    </dgm:pt>
    <dgm:pt modelId="{EA5C83FE-21C5-49D7-AC1D-DEAF68E8D4C0}" type="pres">
      <dgm:prSet presAssocID="{2EA70926-FBEC-4B17-AFFA-A0F9B8473B79}" presName="negativeSpace" presStyleCnt="0"/>
      <dgm:spPr/>
    </dgm:pt>
    <dgm:pt modelId="{AA4A842D-198C-4748-B152-2C4A5A146B36}" type="pres">
      <dgm:prSet presAssocID="{2EA70926-FBEC-4B17-AFFA-A0F9B8473B79}" presName="childText" presStyleLbl="conFgAcc1" presStyleIdx="4" presStyleCnt="5">
        <dgm:presLayoutVars>
          <dgm:bulletEnabled val="1"/>
        </dgm:presLayoutVars>
      </dgm:prSet>
      <dgm:spPr/>
    </dgm:pt>
  </dgm:ptLst>
  <dgm:cxnLst>
    <dgm:cxn modelId="{DFD2E104-2F25-4E0A-AF2B-BADFE73BE1D1}" srcId="{EF5D2281-27B7-40E7-8E6F-C78C7DD349DE}" destId="{18905F1E-967D-4411-B4C4-D62AAFA4DABF}" srcOrd="3" destOrd="0" parTransId="{C2CEB523-36F0-41F3-9974-B8C66E5D1A70}" sibTransId="{212C3E89-4D8A-4D31-AEB5-142F659AAA41}"/>
    <dgm:cxn modelId="{423A8B11-2AB8-491A-BAF2-40D549715251}" type="presOf" srcId="{784F712B-B51B-4AA9-86E1-EC2A7619B763}" destId="{D5C5B24B-79F9-4D45-872E-EFB64C62195F}" srcOrd="1" destOrd="0" presId="urn:microsoft.com/office/officeart/2005/8/layout/list1"/>
    <dgm:cxn modelId="{B3C2761A-685B-4245-8B06-D26FBA3D27BC}" srcId="{EF5D2281-27B7-40E7-8E6F-C78C7DD349DE}" destId="{30961C39-F5A9-4F9A-9894-8F662A5B0089}" srcOrd="1" destOrd="0" parTransId="{EABFFF04-5CBE-4F8E-B825-53673D1F85C8}" sibTransId="{1B819861-2F41-4242-9110-A7D02875F141}"/>
    <dgm:cxn modelId="{A6D25F3A-EF40-42DD-9CF8-44E8661F3C33}" type="presOf" srcId="{784F712B-B51B-4AA9-86E1-EC2A7619B763}" destId="{75363754-1234-45B4-97CC-A5792A9F87CF}" srcOrd="0" destOrd="0" presId="urn:microsoft.com/office/officeart/2005/8/layout/list1"/>
    <dgm:cxn modelId="{434EF242-601B-40A2-B67A-E2AB760DC726}" type="presOf" srcId="{C245ED37-793F-4DF2-913B-A45CADFAA2B8}" destId="{5824C3F7-ADB4-4ADF-A6F8-1FD9D5A50BA3}" srcOrd="1" destOrd="0" presId="urn:microsoft.com/office/officeart/2005/8/layout/list1"/>
    <dgm:cxn modelId="{9AC5C14E-911D-41CD-A10B-56C856CFC608}" type="presOf" srcId="{2EA70926-FBEC-4B17-AFFA-A0F9B8473B79}" destId="{AF102AD0-5D92-455D-A999-7D0E2BB4310E}" srcOrd="1" destOrd="0" presId="urn:microsoft.com/office/officeart/2005/8/layout/list1"/>
    <dgm:cxn modelId="{CE0EFC58-6FEC-46F8-AF53-A1D7B465EB0A}" srcId="{EF5D2281-27B7-40E7-8E6F-C78C7DD349DE}" destId="{C245ED37-793F-4DF2-913B-A45CADFAA2B8}" srcOrd="2" destOrd="0" parTransId="{78E958F4-D4D7-405E-B4E6-6780D6CF518B}" sibTransId="{2D5A8D1F-7722-4376-9471-F627105A6156}"/>
    <dgm:cxn modelId="{074F6F70-E09E-4DE9-AFD0-5BD75F8A7E58}" type="presOf" srcId="{2EA70926-FBEC-4B17-AFFA-A0F9B8473B79}" destId="{AEB6A112-1903-4D7B-BB0E-4839C3AD3732}" srcOrd="0" destOrd="0" presId="urn:microsoft.com/office/officeart/2005/8/layout/list1"/>
    <dgm:cxn modelId="{2396527B-BAA2-4F85-992B-3650F4AB4BE6}" srcId="{EF5D2281-27B7-40E7-8E6F-C78C7DD349DE}" destId="{784F712B-B51B-4AA9-86E1-EC2A7619B763}" srcOrd="0" destOrd="0" parTransId="{112E5FE5-973D-4261-B422-EF94BC577D90}" sibTransId="{F0D2018D-746B-4455-957C-BD669FA9C1CF}"/>
    <dgm:cxn modelId="{CC38728B-FBFE-4661-BAC6-55638F4D5BDB}" type="presOf" srcId="{C245ED37-793F-4DF2-913B-A45CADFAA2B8}" destId="{A2BE5065-5BE7-4C9B-AF66-DFF9C8325EB7}" srcOrd="0" destOrd="0" presId="urn:microsoft.com/office/officeart/2005/8/layout/list1"/>
    <dgm:cxn modelId="{87FF67A5-AFB3-4DCC-83C6-ED2FEC4B6235}" type="presOf" srcId="{18905F1E-967D-4411-B4C4-D62AAFA4DABF}" destId="{37640018-34D7-4842-B466-D4636A8376C7}" srcOrd="0" destOrd="0" presId="urn:microsoft.com/office/officeart/2005/8/layout/list1"/>
    <dgm:cxn modelId="{F37B87CA-E7B4-4A17-8CA1-6122E76B3DA2}" type="presOf" srcId="{18905F1E-967D-4411-B4C4-D62AAFA4DABF}" destId="{4BF46B2E-017F-431E-AA3E-9376D9D7FFF5}" srcOrd="1" destOrd="0" presId="urn:microsoft.com/office/officeart/2005/8/layout/list1"/>
    <dgm:cxn modelId="{A79796D8-EECB-4213-883A-EBD2DFC2935E}" type="presOf" srcId="{30961C39-F5A9-4F9A-9894-8F662A5B0089}" destId="{CB6DD528-821F-4561-BBDB-602A9C78FA2A}" srcOrd="1" destOrd="0" presId="urn:microsoft.com/office/officeart/2005/8/layout/list1"/>
    <dgm:cxn modelId="{DC1F54D9-2C98-4D49-BFE6-A4986DAAE1A2}" srcId="{EF5D2281-27B7-40E7-8E6F-C78C7DD349DE}" destId="{2EA70926-FBEC-4B17-AFFA-A0F9B8473B79}" srcOrd="4" destOrd="0" parTransId="{157EFB2D-CBD2-4988-8AEF-9C60412F7529}" sibTransId="{5A24CD1C-132F-4D56-AD91-1185A54538BC}"/>
    <dgm:cxn modelId="{06202CE8-709D-4B65-86B7-947056C009C3}" type="presOf" srcId="{30961C39-F5A9-4F9A-9894-8F662A5B0089}" destId="{9F55819A-540E-48E7-AA8C-4723136625C3}" srcOrd="0" destOrd="0" presId="urn:microsoft.com/office/officeart/2005/8/layout/list1"/>
    <dgm:cxn modelId="{ACB44AE8-0BE4-455A-9A39-D02D78CBD47D}" type="presOf" srcId="{EF5D2281-27B7-40E7-8E6F-C78C7DD349DE}" destId="{524F29FD-18CA-44B6-BA05-F75869708ED8}" srcOrd="0" destOrd="0" presId="urn:microsoft.com/office/officeart/2005/8/layout/list1"/>
    <dgm:cxn modelId="{662B5591-1119-4C08-9B4B-2694E62A346F}" type="presParOf" srcId="{524F29FD-18CA-44B6-BA05-F75869708ED8}" destId="{4C36F6C6-3A17-47D4-89E7-08678F807D7B}" srcOrd="0" destOrd="0" presId="urn:microsoft.com/office/officeart/2005/8/layout/list1"/>
    <dgm:cxn modelId="{974A2ADB-E6CD-4C69-A056-5C64482818B5}" type="presParOf" srcId="{4C36F6C6-3A17-47D4-89E7-08678F807D7B}" destId="{75363754-1234-45B4-97CC-A5792A9F87CF}" srcOrd="0" destOrd="0" presId="urn:microsoft.com/office/officeart/2005/8/layout/list1"/>
    <dgm:cxn modelId="{790EF12F-5C15-4109-A594-8DB9731A1539}" type="presParOf" srcId="{4C36F6C6-3A17-47D4-89E7-08678F807D7B}" destId="{D5C5B24B-79F9-4D45-872E-EFB64C62195F}" srcOrd="1" destOrd="0" presId="urn:microsoft.com/office/officeart/2005/8/layout/list1"/>
    <dgm:cxn modelId="{C20CC929-9F33-4F97-86AA-B8A9D17C0962}" type="presParOf" srcId="{524F29FD-18CA-44B6-BA05-F75869708ED8}" destId="{A26724C9-F582-4716-9338-92F4E6A34897}" srcOrd="1" destOrd="0" presId="urn:microsoft.com/office/officeart/2005/8/layout/list1"/>
    <dgm:cxn modelId="{1A0EEE21-C9E7-4B08-B502-C56D014A63A4}" type="presParOf" srcId="{524F29FD-18CA-44B6-BA05-F75869708ED8}" destId="{D015095D-1EA1-4177-B489-7B249B88C970}" srcOrd="2" destOrd="0" presId="urn:microsoft.com/office/officeart/2005/8/layout/list1"/>
    <dgm:cxn modelId="{FAE5F6F7-A4B1-4379-9BA5-EB0493C43413}" type="presParOf" srcId="{524F29FD-18CA-44B6-BA05-F75869708ED8}" destId="{B100CE38-6AB9-407A-BA17-C269C62B5FB8}" srcOrd="3" destOrd="0" presId="urn:microsoft.com/office/officeart/2005/8/layout/list1"/>
    <dgm:cxn modelId="{336AE6F4-364D-4906-935B-E858339A76AB}" type="presParOf" srcId="{524F29FD-18CA-44B6-BA05-F75869708ED8}" destId="{FA1408C5-F249-4EF3-BE27-2C81ECDCF796}" srcOrd="4" destOrd="0" presId="urn:microsoft.com/office/officeart/2005/8/layout/list1"/>
    <dgm:cxn modelId="{481E2465-14E7-4B4A-994E-4C37C29D2693}" type="presParOf" srcId="{FA1408C5-F249-4EF3-BE27-2C81ECDCF796}" destId="{9F55819A-540E-48E7-AA8C-4723136625C3}" srcOrd="0" destOrd="0" presId="urn:microsoft.com/office/officeart/2005/8/layout/list1"/>
    <dgm:cxn modelId="{35BB44BB-3848-4C8B-9AF6-7E2BA9D5C79C}" type="presParOf" srcId="{FA1408C5-F249-4EF3-BE27-2C81ECDCF796}" destId="{CB6DD528-821F-4561-BBDB-602A9C78FA2A}" srcOrd="1" destOrd="0" presId="urn:microsoft.com/office/officeart/2005/8/layout/list1"/>
    <dgm:cxn modelId="{4F7B9070-6447-4C69-ACEF-1768CA0F5C25}" type="presParOf" srcId="{524F29FD-18CA-44B6-BA05-F75869708ED8}" destId="{DC3F1AF5-D9A1-488D-BA00-B0001D3F35B5}" srcOrd="5" destOrd="0" presId="urn:microsoft.com/office/officeart/2005/8/layout/list1"/>
    <dgm:cxn modelId="{6323A328-D9DA-4A78-AD98-9F41F69CB7FF}" type="presParOf" srcId="{524F29FD-18CA-44B6-BA05-F75869708ED8}" destId="{6690EC3F-F09E-4E49-86A2-DCB3004ABBE4}" srcOrd="6" destOrd="0" presId="urn:microsoft.com/office/officeart/2005/8/layout/list1"/>
    <dgm:cxn modelId="{5E97992C-8B6F-4A0B-AF0F-6D5816B4A10C}" type="presParOf" srcId="{524F29FD-18CA-44B6-BA05-F75869708ED8}" destId="{0229DBCD-1D06-4A7E-85C1-38607270B1F8}" srcOrd="7" destOrd="0" presId="urn:microsoft.com/office/officeart/2005/8/layout/list1"/>
    <dgm:cxn modelId="{DB43BA41-865C-481F-A9EF-9D41F7149AAA}" type="presParOf" srcId="{524F29FD-18CA-44B6-BA05-F75869708ED8}" destId="{6BF36C0A-3334-437E-AF79-48F94C1AAFE4}" srcOrd="8" destOrd="0" presId="urn:microsoft.com/office/officeart/2005/8/layout/list1"/>
    <dgm:cxn modelId="{43581B8F-6E27-49F9-A2C4-98E8F7A6E3FE}" type="presParOf" srcId="{6BF36C0A-3334-437E-AF79-48F94C1AAFE4}" destId="{A2BE5065-5BE7-4C9B-AF66-DFF9C8325EB7}" srcOrd="0" destOrd="0" presId="urn:microsoft.com/office/officeart/2005/8/layout/list1"/>
    <dgm:cxn modelId="{FBF1E2D8-AA67-4144-A482-D5642FD5E840}" type="presParOf" srcId="{6BF36C0A-3334-437E-AF79-48F94C1AAFE4}" destId="{5824C3F7-ADB4-4ADF-A6F8-1FD9D5A50BA3}" srcOrd="1" destOrd="0" presId="urn:microsoft.com/office/officeart/2005/8/layout/list1"/>
    <dgm:cxn modelId="{C2761AA8-E2AE-4EED-9F14-3C9DD8E2B2CD}" type="presParOf" srcId="{524F29FD-18CA-44B6-BA05-F75869708ED8}" destId="{22862C87-485B-4906-85D4-CD235FFA03D1}" srcOrd="9" destOrd="0" presId="urn:microsoft.com/office/officeart/2005/8/layout/list1"/>
    <dgm:cxn modelId="{660AC529-3434-4035-B193-8DD43912011C}" type="presParOf" srcId="{524F29FD-18CA-44B6-BA05-F75869708ED8}" destId="{3FF75E26-D533-4FC6-8972-08522C694C99}" srcOrd="10" destOrd="0" presId="urn:microsoft.com/office/officeart/2005/8/layout/list1"/>
    <dgm:cxn modelId="{CD2458DA-20E5-4D0A-B8ED-9394B7646562}" type="presParOf" srcId="{524F29FD-18CA-44B6-BA05-F75869708ED8}" destId="{FE35E408-6E09-478F-9D4C-7DD425FAE528}" srcOrd="11" destOrd="0" presId="urn:microsoft.com/office/officeart/2005/8/layout/list1"/>
    <dgm:cxn modelId="{A2DB806B-4807-40F2-A079-51593978B127}" type="presParOf" srcId="{524F29FD-18CA-44B6-BA05-F75869708ED8}" destId="{22DCBB1E-E6F8-46CF-B64B-7BD0ADDC2182}" srcOrd="12" destOrd="0" presId="urn:microsoft.com/office/officeart/2005/8/layout/list1"/>
    <dgm:cxn modelId="{45082FCF-ACBD-4654-ABBC-31BFDDA3EFF1}" type="presParOf" srcId="{22DCBB1E-E6F8-46CF-B64B-7BD0ADDC2182}" destId="{37640018-34D7-4842-B466-D4636A8376C7}" srcOrd="0" destOrd="0" presId="urn:microsoft.com/office/officeart/2005/8/layout/list1"/>
    <dgm:cxn modelId="{77122D47-8027-4FD1-ACDA-EAD5DEC32CB4}" type="presParOf" srcId="{22DCBB1E-E6F8-46CF-B64B-7BD0ADDC2182}" destId="{4BF46B2E-017F-431E-AA3E-9376D9D7FFF5}" srcOrd="1" destOrd="0" presId="urn:microsoft.com/office/officeart/2005/8/layout/list1"/>
    <dgm:cxn modelId="{54F8CEC0-5F7C-469A-B5E0-87B6B4AEFE41}" type="presParOf" srcId="{524F29FD-18CA-44B6-BA05-F75869708ED8}" destId="{0DFD5938-665E-4320-A63D-B9434318EDFB}" srcOrd="13" destOrd="0" presId="urn:microsoft.com/office/officeart/2005/8/layout/list1"/>
    <dgm:cxn modelId="{41005F92-4A48-4F90-8445-CA988ACB8696}" type="presParOf" srcId="{524F29FD-18CA-44B6-BA05-F75869708ED8}" destId="{73C58891-7134-4562-9B22-9F42DD35A765}" srcOrd="14" destOrd="0" presId="urn:microsoft.com/office/officeart/2005/8/layout/list1"/>
    <dgm:cxn modelId="{E2C20D7F-F513-47B1-964E-684CFBD2F36D}" type="presParOf" srcId="{524F29FD-18CA-44B6-BA05-F75869708ED8}" destId="{A84A5C0E-6717-4A0C-8BC8-2EF005FB1E2B}" srcOrd="15" destOrd="0" presId="urn:microsoft.com/office/officeart/2005/8/layout/list1"/>
    <dgm:cxn modelId="{D6E2B7B6-1D7C-4DDE-84C0-9C37DDAEF86C}" type="presParOf" srcId="{524F29FD-18CA-44B6-BA05-F75869708ED8}" destId="{F94D8606-EADC-414D-A3FE-7F2F9A9FF097}" srcOrd="16" destOrd="0" presId="urn:microsoft.com/office/officeart/2005/8/layout/list1"/>
    <dgm:cxn modelId="{E31A7F9F-0B23-4E93-A2DB-60216B82D6BF}" type="presParOf" srcId="{F94D8606-EADC-414D-A3FE-7F2F9A9FF097}" destId="{AEB6A112-1903-4D7B-BB0E-4839C3AD3732}" srcOrd="0" destOrd="0" presId="urn:microsoft.com/office/officeart/2005/8/layout/list1"/>
    <dgm:cxn modelId="{18EA1EFD-C354-4672-A388-DC061CE61E06}" type="presParOf" srcId="{F94D8606-EADC-414D-A3FE-7F2F9A9FF097}" destId="{AF102AD0-5D92-455D-A999-7D0E2BB4310E}" srcOrd="1" destOrd="0" presId="urn:microsoft.com/office/officeart/2005/8/layout/list1"/>
    <dgm:cxn modelId="{51C2861C-1814-4362-9B34-AE81436FFD98}" type="presParOf" srcId="{524F29FD-18CA-44B6-BA05-F75869708ED8}" destId="{EA5C83FE-21C5-49D7-AC1D-DEAF68E8D4C0}" srcOrd="17" destOrd="0" presId="urn:microsoft.com/office/officeart/2005/8/layout/list1"/>
    <dgm:cxn modelId="{7BBFBB6B-BB69-40AB-98ED-B88B80197827}" type="presParOf" srcId="{524F29FD-18CA-44B6-BA05-F75869708ED8}" destId="{AA4A842D-198C-4748-B152-2C4A5A146B36}"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41A316-B939-4320-9B3A-4C4CC6882620}"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2BE1BC4-86F7-4D3B-A686-9078E0F577B6}">
      <dgm:prSet/>
      <dgm:spPr/>
      <dgm:t>
        <a:bodyPr/>
        <a:lstStyle/>
        <a:p>
          <a:pPr>
            <a:lnSpc>
              <a:spcPct val="100000"/>
            </a:lnSpc>
          </a:pPr>
          <a:r>
            <a:rPr lang="en-US" dirty="0"/>
            <a:t>This project is about developing the sample website where student, teachers and admin can perform their task.</a:t>
          </a:r>
        </a:p>
      </dgm:t>
    </dgm:pt>
    <dgm:pt modelId="{D3EBAF7E-0220-44CC-A07E-E285094EB3A4}" type="parTrans" cxnId="{7D114026-3F43-4CBC-A0B3-FEA86987A1AD}">
      <dgm:prSet/>
      <dgm:spPr/>
      <dgm:t>
        <a:bodyPr/>
        <a:lstStyle/>
        <a:p>
          <a:endParaRPr lang="en-US"/>
        </a:p>
      </dgm:t>
    </dgm:pt>
    <dgm:pt modelId="{7D3623D8-6E6E-4899-AAC7-6FBBB731702E}" type="sibTrans" cxnId="{7D114026-3F43-4CBC-A0B3-FEA86987A1AD}">
      <dgm:prSet/>
      <dgm:spPr/>
      <dgm:t>
        <a:bodyPr/>
        <a:lstStyle/>
        <a:p>
          <a:endParaRPr lang="en-US"/>
        </a:p>
      </dgm:t>
    </dgm:pt>
    <dgm:pt modelId="{ED6CE680-633D-47EF-9DE7-85BFD93E012E}">
      <dgm:prSet/>
      <dgm:spPr/>
      <dgm:t>
        <a:bodyPr/>
        <a:lstStyle/>
        <a:p>
          <a:pPr>
            <a:lnSpc>
              <a:spcPct val="100000"/>
            </a:lnSpc>
          </a:pPr>
          <a:r>
            <a:rPr lang="en-US" dirty="0"/>
            <a:t>This project is developed by using HTML, CSS &amp; JAVA script and PHP codes.</a:t>
          </a:r>
        </a:p>
      </dgm:t>
    </dgm:pt>
    <dgm:pt modelId="{5DD681B1-483D-457B-8547-C2FEAA87D85B}" type="parTrans" cxnId="{7EB944FA-D7C8-4EC7-9706-02710098AB16}">
      <dgm:prSet/>
      <dgm:spPr/>
      <dgm:t>
        <a:bodyPr/>
        <a:lstStyle/>
        <a:p>
          <a:endParaRPr lang="en-US"/>
        </a:p>
      </dgm:t>
    </dgm:pt>
    <dgm:pt modelId="{32D32FF0-6504-4C7B-896A-D7C246AFFE91}" type="sibTrans" cxnId="{7EB944FA-D7C8-4EC7-9706-02710098AB16}">
      <dgm:prSet/>
      <dgm:spPr/>
      <dgm:t>
        <a:bodyPr/>
        <a:lstStyle/>
        <a:p>
          <a:endParaRPr lang="en-US"/>
        </a:p>
      </dgm:t>
    </dgm:pt>
    <dgm:pt modelId="{753CA546-B693-479F-821F-F308D3F1DBE6}">
      <dgm:prSet/>
      <dgm:spPr/>
      <dgm:t>
        <a:bodyPr/>
        <a:lstStyle/>
        <a:p>
          <a:pPr>
            <a:lnSpc>
              <a:spcPct val="100000"/>
            </a:lnSpc>
          </a:pPr>
          <a:r>
            <a:rPr lang="en-US" dirty="0"/>
            <a:t>Databases are added to store the data using PHP </a:t>
          </a:r>
          <a:r>
            <a:rPr lang="en-US" dirty="0" err="1"/>
            <a:t>MyAdmin</a:t>
          </a:r>
          <a:r>
            <a:rPr lang="en-US" dirty="0"/>
            <a:t>.</a:t>
          </a:r>
        </a:p>
      </dgm:t>
    </dgm:pt>
    <dgm:pt modelId="{4DBA3AA2-A02C-4005-A57C-92547C5D2624}" type="parTrans" cxnId="{ACE3D122-ED33-4C80-9B2F-B235C50C976A}">
      <dgm:prSet/>
      <dgm:spPr/>
      <dgm:t>
        <a:bodyPr/>
        <a:lstStyle/>
        <a:p>
          <a:endParaRPr lang="en-US"/>
        </a:p>
      </dgm:t>
    </dgm:pt>
    <dgm:pt modelId="{6188EC1A-F284-452B-AE80-8C82675C664D}" type="sibTrans" cxnId="{ACE3D122-ED33-4C80-9B2F-B235C50C976A}">
      <dgm:prSet/>
      <dgm:spPr/>
      <dgm:t>
        <a:bodyPr/>
        <a:lstStyle/>
        <a:p>
          <a:endParaRPr lang="en-US"/>
        </a:p>
      </dgm:t>
    </dgm:pt>
    <dgm:pt modelId="{C200674A-22E5-4C88-91F4-C38957DA6EB6}" type="pres">
      <dgm:prSet presAssocID="{E441A316-B939-4320-9B3A-4C4CC6882620}" presName="root" presStyleCnt="0">
        <dgm:presLayoutVars>
          <dgm:dir/>
          <dgm:resizeHandles val="exact"/>
        </dgm:presLayoutVars>
      </dgm:prSet>
      <dgm:spPr/>
    </dgm:pt>
    <dgm:pt modelId="{F4EED732-FACF-4052-89B1-34B3E718C25E}" type="pres">
      <dgm:prSet presAssocID="{B2BE1BC4-86F7-4D3B-A686-9078E0F577B6}" presName="compNode" presStyleCnt="0"/>
      <dgm:spPr/>
    </dgm:pt>
    <dgm:pt modelId="{224FEB3A-4F09-4DF4-B7DA-F5E834CA7EDD}" type="pres">
      <dgm:prSet presAssocID="{B2BE1BC4-86F7-4D3B-A686-9078E0F577B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65C079AD-5C43-4C6A-B251-2280D2F83135}" type="pres">
      <dgm:prSet presAssocID="{B2BE1BC4-86F7-4D3B-A686-9078E0F577B6}" presName="spaceRect" presStyleCnt="0"/>
      <dgm:spPr/>
    </dgm:pt>
    <dgm:pt modelId="{F11DF5B8-8388-48CE-A979-F0B9B8DBF312}" type="pres">
      <dgm:prSet presAssocID="{B2BE1BC4-86F7-4D3B-A686-9078E0F577B6}" presName="textRect" presStyleLbl="revTx" presStyleIdx="0" presStyleCnt="3">
        <dgm:presLayoutVars>
          <dgm:chMax val="1"/>
          <dgm:chPref val="1"/>
        </dgm:presLayoutVars>
      </dgm:prSet>
      <dgm:spPr/>
    </dgm:pt>
    <dgm:pt modelId="{D630ECB7-2A05-4E25-A48D-FEEE9648F990}" type="pres">
      <dgm:prSet presAssocID="{7D3623D8-6E6E-4899-AAC7-6FBBB731702E}" presName="sibTrans" presStyleCnt="0"/>
      <dgm:spPr/>
    </dgm:pt>
    <dgm:pt modelId="{B9BF00FC-2DFA-E04B-990A-88CE14381C8E}" type="pres">
      <dgm:prSet presAssocID="{ED6CE680-633D-47EF-9DE7-85BFD93E012E}" presName="compNode" presStyleCnt="0"/>
      <dgm:spPr/>
    </dgm:pt>
    <dgm:pt modelId="{E7984ECE-6ED3-4145-80E9-E8D08E12FBA6}" type="pres">
      <dgm:prSet presAssocID="{ED6CE680-633D-47EF-9DE7-85BFD93E012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eb Design"/>
        </a:ext>
      </dgm:extLst>
    </dgm:pt>
    <dgm:pt modelId="{15122AA1-C6C2-B840-AFF2-3610B645A14C}" type="pres">
      <dgm:prSet presAssocID="{ED6CE680-633D-47EF-9DE7-85BFD93E012E}" presName="spaceRect" presStyleCnt="0"/>
      <dgm:spPr/>
    </dgm:pt>
    <dgm:pt modelId="{1896D5B6-49EA-F346-9CBF-945D293FD0C9}" type="pres">
      <dgm:prSet presAssocID="{ED6CE680-633D-47EF-9DE7-85BFD93E012E}" presName="textRect" presStyleLbl="revTx" presStyleIdx="1" presStyleCnt="3">
        <dgm:presLayoutVars>
          <dgm:chMax val="1"/>
          <dgm:chPref val="1"/>
        </dgm:presLayoutVars>
      </dgm:prSet>
      <dgm:spPr/>
    </dgm:pt>
    <dgm:pt modelId="{A364A091-7948-7D44-92A0-68284DE67B9C}" type="pres">
      <dgm:prSet presAssocID="{32D32FF0-6504-4C7B-896A-D7C246AFFE91}" presName="sibTrans" presStyleCnt="0"/>
      <dgm:spPr/>
    </dgm:pt>
    <dgm:pt modelId="{4C0780AA-6DE7-4AAF-9C80-1CD84C108FFF}" type="pres">
      <dgm:prSet presAssocID="{753CA546-B693-479F-821F-F308D3F1DBE6}" presName="compNode" presStyleCnt="0"/>
      <dgm:spPr/>
    </dgm:pt>
    <dgm:pt modelId="{6DB3B8C0-77E2-4C95-9024-43DEA50FF461}" type="pres">
      <dgm:prSet presAssocID="{753CA546-B693-479F-821F-F308D3F1DBE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76EDDFD5-38AA-4AC0-99F3-061D13013451}" type="pres">
      <dgm:prSet presAssocID="{753CA546-B693-479F-821F-F308D3F1DBE6}" presName="spaceRect" presStyleCnt="0"/>
      <dgm:spPr/>
    </dgm:pt>
    <dgm:pt modelId="{DA7D42FF-A064-43B4-AB7A-A718CEF910C6}" type="pres">
      <dgm:prSet presAssocID="{753CA546-B693-479F-821F-F308D3F1DBE6}" presName="textRect" presStyleLbl="revTx" presStyleIdx="2" presStyleCnt="3">
        <dgm:presLayoutVars>
          <dgm:chMax val="1"/>
          <dgm:chPref val="1"/>
        </dgm:presLayoutVars>
      </dgm:prSet>
      <dgm:spPr/>
    </dgm:pt>
  </dgm:ptLst>
  <dgm:cxnLst>
    <dgm:cxn modelId="{20D1041C-95DB-4AFF-8AAF-D6A9786C94BB}" type="presOf" srcId="{B2BE1BC4-86F7-4D3B-A686-9078E0F577B6}" destId="{F11DF5B8-8388-48CE-A979-F0B9B8DBF312}" srcOrd="0" destOrd="0" presId="urn:microsoft.com/office/officeart/2018/2/layout/IconLabelList"/>
    <dgm:cxn modelId="{ACE3D122-ED33-4C80-9B2F-B235C50C976A}" srcId="{E441A316-B939-4320-9B3A-4C4CC6882620}" destId="{753CA546-B693-479F-821F-F308D3F1DBE6}" srcOrd="2" destOrd="0" parTransId="{4DBA3AA2-A02C-4005-A57C-92547C5D2624}" sibTransId="{6188EC1A-F284-452B-AE80-8C82675C664D}"/>
    <dgm:cxn modelId="{7D114026-3F43-4CBC-A0B3-FEA86987A1AD}" srcId="{E441A316-B939-4320-9B3A-4C4CC6882620}" destId="{B2BE1BC4-86F7-4D3B-A686-9078E0F577B6}" srcOrd="0" destOrd="0" parTransId="{D3EBAF7E-0220-44CC-A07E-E285094EB3A4}" sibTransId="{7D3623D8-6E6E-4899-AAC7-6FBBB731702E}"/>
    <dgm:cxn modelId="{865EBA32-42FA-4C43-8D18-154E408BF938}" type="presOf" srcId="{E441A316-B939-4320-9B3A-4C4CC6882620}" destId="{C200674A-22E5-4C88-91F4-C38957DA6EB6}" srcOrd="0" destOrd="0" presId="urn:microsoft.com/office/officeart/2018/2/layout/IconLabelList"/>
    <dgm:cxn modelId="{1AA10533-C3CD-4CDC-B685-F8DC3AC24672}" type="presOf" srcId="{753CA546-B693-479F-821F-F308D3F1DBE6}" destId="{DA7D42FF-A064-43B4-AB7A-A718CEF910C6}" srcOrd="0" destOrd="0" presId="urn:microsoft.com/office/officeart/2018/2/layout/IconLabelList"/>
    <dgm:cxn modelId="{B5D8529D-C11B-8D42-BBE1-D75C62DE78DE}" type="presOf" srcId="{ED6CE680-633D-47EF-9DE7-85BFD93E012E}" destId="{1896D5B6-49EA-F346-9CBF-945D293FD0C9}" srcOrd="0" destOrd="0" presId="urn:microsoft.com/office/officeart/2018/2/layout/IconLabelList"/>
    <dgm:cxn modelId="{7EB944FA-D7C8-4EC7-9706-02710098AB16}" srcId="{E441A316-B939-4320-9B3A-4C4CC6882620}" destId="{ED6CE680-633D-47EF-9DE7-85BFD93E012E}" srcOrd="1" destOrd="0" parTransId="{5DD681B1-483D-457B-8547-C2FEAA87D85B}" sibTransId="{32D32FF0-6504-4C7B-896A-D7C246AFFE91}"/>
    <dgm:cxn modelId="{EC28EEFA-3B48-499C-A43A-B4985AAF2B90}" type="presParOf" srcId="{C200674A-22E5-4C88-91F4-C38957DA6EB6}" destId="{F4EED732-FACF-4052-89B1-34B3E718C25E}" srcOrd="0" destOrd="0" presId="urn:microsoft.com/office/officeart/2018/2/layout/IconLabelList"/>
    <dgm:cxn modelId="{FD3FC16B-CF6D-451C-989D-3D978E324DBA}" type="presParOf" srcId="{F4EED732-FACF-4052-89B1-34B3E718C25E}" destId="{224FEB3A-4F09-4DF4-B7DA-F5E834CA7EDD}" srcOrd="0" destOrd="0" presId="urn:microsoft.com/office/officeart/2018/2/layout/IconLabelList"/>
    <dgm:cxn modelId="{F80EF0B9-0E97-4A67-BF41-A5C26221CDA0}" type="presParOf" srcId="{F4EED732-FACF-4052-89B1-34B3E718C25E}" destId="{65C079AD-5C43-4C6A-B251-2280D2F83135}" srcOrd="1" destOrd="0" presId="urn:microsoft.com/office/officeart/2018/2/layout/IconLabelList"/>
    <dgm:cxn modelId="{F5F7AE7F-A3D5-4BD3-8C02-3E58EBC5B7B6}" type="presParOf" srcId="{F4EED732-FACF-4052-89B1-34B3E718C25E}" destId="{F11DF5B8-8388-48CE-A979-F0B9B8DBF312}" srcOrd="2" destOrd="0" presId="urn:microsoft.com/office/officeart/2018/2/layout/IconLabelList"/>
    <dgm:cxn modelId="{C32E3E43-0E78-4F88-91CC-A95D2D47C861}" type="presParOf" srcId="{C200674A-22E5-4C88-91F4-C38957DA6EB6}" destId="{D630ECB7-2A05-4E25-A48D-FEEE9648F990}" srcOrd="1" destOrd="0" presId="urn:microsoft.com/office/officeart/2018/2/layout/IconLabelList"/>
    <dgm:cxn modelId="{E31A6CF1-B65D-7A4D-B28F-CFB6DF9F6D27}" type="presParOf" srcId="{C200674A-22E5-4C88-91F4-C38957DA6EB6}" destId="{B9BF00FC-2DFA-E04B-990A-88CE14381C8E}" srcOrd="2" destOrd="0" presId="urn:microsoft.com/office/officeart/2018/2/layout/IconLabelList"/>
    <dgm:cxn modelId="{F4032D87-DD1D-E74F-A627-CC5FF6898612}" type="presParOf" srcId="{B9BF00FC-2DFA-E04B-990A-88CE14381C8E}" destId="{E7984ECE-6ED3-4145-80E9-E8D08E12FBA6}" srcOrd="0" destOrd="0" presId="urn:microsoft.com/office/officeart/2018/2/layout/IconLabelList"/>
    <dgm:cxn modelId="{DB629EA4-CB7C-2649-96D3-94E73B840447}" type="presParOf" srcId="{B9BF00FC-2DFA-E04B-990A-88CE14381C8E}" destId="{15122AA1-C6C2-B840-AFF2-3610B645A14C}" srcOrd="1" destOrd="0" presId="urn:microsoft.com/office/officeart/2018/2/layout/IconLabelList"/>
    <dgm:cxn modelId="{24F6CC4E-4DF2-5740-9F9E-76BFFF8A12BC}" type="presParOf" srcId="{B9BF00FC-2DFA-E04B-990A-88CE14381C8E}" destId="{1896D5B6-49EA-F346-9CBF-945D293FD0C9}" srcOrd="2" destOrd="0" presId="urn:microsoft.com/office/officeart/2018/2/layout/IconLabelList"/>
    <dgm:cxn modelId="{4719FC83-D12D-BD48-AC67-1816996F0F8D}" type="presParOf" srcId="{C200674A-22E5-4C88-91F4-C38957DA6EB6}" destId="{A364A091-7948-7D44-92A0-68284DE67B9C}" srcOrd="3" destOrd="0" presId="urn:microsoft.com/office/officeart/2018/2/layout/IconLabelList"/>
    <dgm:cxn modelId="{2A400E01-AF92-457B-BA0A-A2A9E8DDDB6F}" type="presParOf" srcId="{C200674A-22E5-4C88-91F4-C38957DA6EB6}" destId="{4C0780AA-6DE7-4AAF-9C80-1CD84C108FFF}" srcOrd="4" destOrd="0" presId="urn:microsoft.com/office/officeart/2018/2/layout/IconLabelList"/>
    <dgm:cxn modelId="{3330A852-A97E-4277-AF4E-CC8031B606F8}" type="presParOf" srcId="{4C0780AA-6DE7-4AAF-9C80-1CD84C108FFF}" destId="{6DB3B8C0-77E2-4C95-9024-43DEA50FF461}" srcOrd="0" destOrd="0" presId="urn:microsoft.com/office/officeart/2018/2/layout/IconLabelList"/>
    <dgm:cxn modelId="{DE395A99-F428-409E-831D-339736E95A07}" type="presParOf" srcId="{4C0780AA-6DE7-4AAF-9C80-1CD84C108FFF}" destId="{76EDDFD5-38AA-4AC0-99F3-061D13013451}" srcOrd="1" destOrd="0" presId="urn:microsoft.com/office/officeart/2018/2/layout/IconLabelList"/>
    <dgm:cxn modelId="{32952683-14B3-475B-B9A9-5746BF4ECDA2}" type="presParOf" srcId="{4C0780AA-6DE7-4AAF-9C80-1CD84C108FFF}" destId="{DA7D42FF-A064-43B4-AB7A-A718CEF910C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4BF213-E010-41FD-97C5-AA43D088D789}" type="doc">
      <dgm:prSet loTypeId="urn:microsoft.com/office/officeart/2005/8/layout/list1" loCatId="list" qsTypeId="urn:microsoft.com/office/officeart/2005/8/quickstyle/simple1" qsCatId="simple" csTypeId="urn:microsoft.com/office/officeart/2005/8/colors/colorful5" csCatId="colorful"/>
      <dgm:spPr/>
      <dgm:t>
        <a:bodyPr/>
        <a:lstStyle/>
        <a:p>
          <a:endParaRPr lang="en-US"/>
        </a:p>
      </dgm:t>
    </dgm:pt>
    <dgm:pt modelId="{AC55DEE1-0D82-4AEF-BD1C-2A44253E5467}">
      <dgm:prSet/>
      <dgm:spPr/>
      <dgm:t>
        <a:bodyPr/>
        <a:lstStyle/>
        <a:p>
          <a:r>
            <a:rPr lang="en-US"/>
            <a:t>The function added on the Moodle</a:t>
          </a:r>
        </a:p>
      </dgm:t>
    </dgm:pt>
    <dgm:pt modelId="{1CA4B708-2E03-4CFF-BAF7-48AA4313983A}" type="parTrans" cxnId="{57CE98A9-6D27-48EC-A373-D77B3790F7BC}">
      <dgm:prSet/>
      <dgm:spPr/>
      <dgm:t>
        <a:bodyPr/>
        <a:lstStyle/>
        <a:p>
          <a:endParaRPr lang="en-US"/>
        </a:p>
      </dgm:t>
    </dgm:pt>
    <dgm:pt modelId="{5128C394-B019-451B-968B-4522682B3C7C}" type="sibTrans" cxnId="{57CE98A9-6D27-48EC-A373-D77B3790F7BC}">
      <dgm:prSet/>
      <dgm:spPr/>
      <dgm:t>
        <a:bodyPr/>
        <a:lstStyle/>
        <a:p>
          <a:endParaRPr lang="en-US"/>
        </a:p>
      </dgm:t>
    </dgm:pt>
    <dgm:pt modelId="{80B6AAA3-F7BE-4CC4-946F-B6AE4E925B5C}">
      <dgm:prSet/>
      <dgm:spPr/>
      <dgm:t>
        <a:bodyPr/>
        <a:lstStyle/>
        <a:p>
          <a:r>
            <a:rPr lang="en-US"/>
            <a:t>Registration (User and Admin)</a:t>
          </a:r>
        </a:p>
      </dgm:t>
    </dgm:pt>
    <dgm:pt modelId="{CDE9F8C1-6273-4082-A088-FAD21678CA3E}" type="parTrans" cxnId="{EE92082C-9CFB-48AA-8B9C-1A76850A1A30}">
      <dgm:prSet/>
      <dgm:spPr/>
      <dgm:t>
        <a:bodyPr/>
        <a:lstStyle/>
        <a:p>
          <a:endParaRPr lang="en-US"/>
        </a:p>
      </dgm:t>
    </dgm:pt>
    <dgm:pt modelId="{3ACF57F9-85C1-4769-9A9F-9884AB693932}" type="sibTrans" cxnId="{EE92082C-9CFB-48AA-8B9C-1A76850A1A30}">
      <dgm:prSet/>
      <dgm:spPr/>
      <dgm:t>
        <a:bodyPr/>
        <a:lstStyle/>
        <a:p>
          <a:endParaRPr lang="en-US"/>
        </a:p>
      </dgm:t>
    </dgm:pt>
    <dgm:pt modelId="{2326D9DA-7733-4CAB-ACC4-A15CAFD5E575}">
      <dgm:prSet/>
      <dgm:spPr/>
      <dgm:t>
        <a:bodyPr/>
        <a:lstStyle/>
        <a:p>
          <a:r>
            <a:rPr lang="en-US"/>
            <a:t>Login </a:t>
          </a:r>
        </a:p>
      </dgm:t>
    </dgm:pt>
    <dgm:pt modelId="{3E5825D4-9A7B-4174-A86D-BE1FEF5D4687}" type="parTrans" cxnId="{98AFA0E5-FBC7-47C8-9458-3AB58909EA10}">
      <dgm:prSet/>
      <dgm:spPr/>
      <dgm:t>
        <a:bodyPr/>
        <a:lstStyle/>
        <a:p>
          <a:endParaRPr lang="en-US"/>
        </a:p>
      </dgm:t>
    </dgm:pt>
    <dgm:pt modelId="{171CB201-E438-40ED-AB2E-775CC83D8BAF}" type="sibTrans" cxnId="{98AFA0E5-FBC7-47C8-9458-3AB58909EA10}">
      <dgm:prSet/>
      <dgm:spPr/>
      <dgm:t>
        <a:bodyPr/>
        <a:lstStyle/>
        <a:p>
          <a:endParaRPr lang="en-US"/>
        </a:p>
      </dgm:t>
    </dgm:pt>
    <dgm:pt modelId="{4737E8EE-0E3A-4C24-A327-765B81683415}">
      <dgm:prSet/>
      <dgm:spPr/>
      <dgm:t>
        <a:bodyPr/>
        <a:lstStyle/>
        <a:p>
          <a:r>
            <a:rPr lang="en-US"/>
            <a:t>Management (Student and Teacher)</a:t>
          </a:r>
        </a:p>
      </dgm:t>
    </dgm:pt>
    <dgm:pt modelId="{6FA301D0-6F27-4101-B2BD-AECB6E96C562}" type="parTrans" cxnId="{8EB3D7AF-D95A-43EE-9478-FE043EA5692A}">
      <dgm:prSet/>
      <dgm:spPr/>
      <dgm:t>
        <a:bodyPr/>
        <a:lstStyle/>
        <a:p>
          <a:endParaRPr lang="en-US"/>
        </a:p>
      </dgm:t>
    </dgm:pt>
    <dgm:pt modelId="{570ED7FF-6AFE-411B-93ED-5A4B4091D362}" type="sibTrans" cxnId="{8EB3D7AF-D95A-43EE-9478-FE043EA5692A}">
      <dgm:prSet/>
      <dgm:spPr/>
      <dgm:t>
        <a:bodyPr/>
        <a:lstStyle/>
        <a:p>
          <a:endParaRPr lang="en-US"/>
        </a:p>
      </dgm:t>
    </dgm:pt>
    <dgm:pt modelId="{CE9CBC43-8AA9-4ECD-ACEB-3DDCB40A1B29}" type="pres">
      <dgm:prSet presAssocID="{DC4BF213-E010-41FD-97C5-AA43D088D789}" presName="linear" presStyleCnt="0">
        <dgm:presLayoutVars>
          <dgm:dir/>
          <dgm:animLvl val="lvl"/>
          <dgm:resizeHandles val="exact"/>
        </dgm:presLayoutVars>
      </dgm:prSet>
      <dgm:spPr/>
    </dgm:pt>
    <dgm:pt modelId="{9863CB83-E5C0-437C-87BF-824D64CF4115}" type="pres">
      <dgm:prSet presAssocID="{AC55DEE1-0D82-4AEF-BD1C-2A44253E5467}" presName="parentLin" presStyleCnt="0"/>
      <dgm:spPr/>
    </dgm:pt>
    <dgm:pt modelId="{F2E05C57-A1E8-4983-8864-8EC6C41FF6F5}" type="pres">
      <dgm:prSet presAssocID="{AC55DEE1-0D82-4AEF-BD1C-2A44253E5467}" presName="parentLeftMargin" presStyleLbl="node1" presStyleIdx="0" presStyleCnt="4"/>
      <dgm:spPr/>
    </dgm:pt>
    <dgm:pt modelId="{4A3E9B9A-3910-4ED2-B6FE-01D4529EF1B6}" type="pres">
      <dgm:prSet presAssocID="{AC55DEE1-0D82-4AEF-BD1C-2A44253E5467}" presName="parentText" presStyleLbl="node1" presStyleIdx="0" presStyleCnt="4" custLinFactNeighborX="9260" custLinFactNeighborY="4881">
        <dgm:presLayoutVars>
          <dgm:chMax val="0"/>
          <dgm:bulletEnabled val="1"/>
        </dgm:presLayoutVars>
      </dgm:prSet>
      <dgm:spPr/>
    </dgm:pt>
    <dgm:pt modelId="{F3BF1A0F-3676-47DD-BF6D-8E291F630BB9}" type="pres">
      <dgm:prSet presAssocID="{AC55DEE1-0D82-4AEF-BD1C-2A44253E5467}" presName="negativeSpace" presStyleCnt="0"/>
      <dgm:spPr/>
    </dgm:pt>
    <dgm:pt modelId="{A4FC66D3-8D91-41FB-8D56-D61B63797E26}" type="pres">
      <dgm:prSet presAssocID="{AC55DEE1-0D82-4AEF-BD1C-2A44253E5467}" presName="childText" presStyleLbl="conFgAcc1" presStyleIdx="0" presStyleCnt="4">
        <dgm:presLayoutVars>
          <dgm:bulletEnabled val="1"/>
        </dgm:presLayoutVars>
      </dgm:prSet>
      <dgm:spPr/>
    </dgm:pt>
    <dgm:pt modelId="{956BF84A-3A0C-4452-9E04-B7CF189A91F9}" type="pres">
      <dgm:prSet presAssocID="{5128C394-B019-451B-968B-4522682B3C7C}" presName="spaceBetweenRectangles" presStyleCnt="0"/>
      <dgm:spPr/>
    </dgm:pt>
    <dgm:pt modelId="{13E8BD93-2D9E-4637-94F5-A3D909408536}" type="pres">
      <dgm:prSet presAssocID="{80B6AAA3-F7BE-4CC4-946F-B6AE4E925B5C}" presName="parentLin" presStyleCnt="0"/>
      <dgm:spPr/>
    </dgm:pt>
    <dgm:pt modelId="{4BF7E95A-4B68-4459-B826-9D84139F03D8}" type="pres">
      <dgm:prSet presAssocID="{80B6AAA3-F7BE-4CC4-946F-B6AE4E925B5C}" presName="parentLeftMargin" presStyleLbl="node1" presStyleIdx="0" presStyleCnt="4"/>
      <dgm:spPr/>
    </dgm:pt>
    <dgm:pt modelId="{FCF7CA1A-4018-412A-A8F2-BB73CBF9D5DA}" type="pres">
      <dgm:prSet presAssocID="{80B6AAA3-F7BE-4CC4-946F-B6AE4E925B5C}" presName="parentText" presStyleLbl="node1" presStyleIdx="1" presStyleCnt="4">
        <dgm:presLayoutVars>
          <dgm:chMax val="0"/>
          <dgm:bulletEnabled val="1"/>
        </dgm:presLayoutVars>
      </dgm:prSet>
      <dgm:spPr/>
    </dgm:pt>
    <dgm:pt modelId="{21E837C1-21EA-4C16-8A04-0844AFC82B20}" type="pres">
      <dgm:prSet presAssocID="{80B6AAA3-F7BE-4CC4-946F-B6AE4E925B5C}" presName="negativeSpace" presStyleCnt="0"/>
      <dgm:spPr/>
    </dgm:pt>
    <dgm:pt modelId="{F72F2E35-867E-4487-A066-C546DDEA333F}" type="pres">
      <dgm:prSet presAssocID="{80B6AAA3-F7BE-4CC4-946F-B6AE4E925B5C}" presName="childText" presStyleLbl="conFgAcc1" presStyleIdx="1" presStyleCnt="4">
        <dgm:presLayoutVars>
          <dgm:bulletEnabled val="1"/>
        </dgm:presLayoutVars>
      </dgm:prSet>
      <dgm:spPr/>
    </dgm:pt>
    <dgm:pt modelId="{41B154F6-54E6-40D8-A6A8-D78C2A0C5B10}" type="pres">
      <dgm:prSet presAssocID="{3ACF57F9-85C1-4769-9A9F-9884AB693932}" presName="spaceBetweenRectangles" presStyleCnt="0"/>
      <dgm:spPr/>
    </dgm:pt>
    <dgm:pt modelId="{F1A173F4-0673-4338-A229-E0C279B373DC}" type="pres">
      <dgm:prSet presAssocID="{2326D9DA-7733-4CAB-ACC4-A15CAFD5E575}" presName="parentLin" presStyleCnt="0"/>
      <dgm:spPr/>
    </dgm:pt>
    <dgm:pt modelId="{F06D7FB0-7A1C-449F-9AFB-C083425B8226}" type="pres">
      <dgm:prSet presAssocID="{2326D9DA-7733-4CAB-ACC4-A15CAFD5E575}" presName="parentLeftMargin" presStyleLbl="node1" presStyleIdx="1" presStyleCnt="4"/>
      <dgm:spPr/>
    </dgm:pt>
    <dgm:pt modelId="{ABBD9E8E-01D0-468F-8DD1-3515E4C6ED40}" type="pres">
      <dgm:prSet presAssocID="{2326D9DA-7733-4CAB-ACC4-A15CAFD5E575}" presName="parentText" presStyleLbl="node1" presStyleIdx="2" presStyleCnt="4">
        <dgm:presLayoutVars>
          <dgm:chMax val="0"/>
          <dgm:bulletEnabled val="1"/>
        </dgm:presLayoutVars>
      </dgm:prSet>
      <dgm:spPr/>
    </dgm:pt>
    <dgm:pt modelId="{D7D9C67C-9255-4692-A1A2-D4B7A2B65F9C}" type="pres">
      <dgm:prSet presAssocID="{2326D9DA-7733-4CAB-ACC4-A15CAFD5E575}" presName="negativeSpace" presStyleCnt="0"/>
      <dgm:spPr/>
    </dgm:pt>
    <dgm:pt modelId="{2C165D60-BAF8-4152-8F1A-70484873F782}" type="pres">
      <dgm:prSet presAssocID="{2326D9DA-7733-4CAB-ACC4-A15CAFD5E575}" presName="childText" presStyleLbl="conFgAcc1" presStyleIdx="2" presStyleCnt="4">
        <dgm:presLayoutVars>
          <dgm:bulletEnabled val="1"/>
        </dgm:presLayoutVars>
      </dgm:prSet>
      <dgm:spPr/>
    </dgm:pt>
    <dgm:pt modelId="{F5BC4845-4A61-4494-A296-8F71F5F50D11}" type="pres">
      <dgm:prSet presAssocID="{171CB201-E438-40ED-AB2E-775CC83D8BAF}" presName="spaceBetweenRectangles" presStyleCnt="0"/>
      <dgm:spPr/>
    </dgm:pt>
    <dgm:pt modelId="{7D2EFCCD-B6F0-4785-818B-9604B2FDFA3D}" type="pres">
      <dgm:prSet presAssocID="{4737E8EE-0E3A-4C24-A327-765B81683415}" presName="parentLin" presStyleCnt="0"/>
      <dgm:spPr/>
    </dgm:pt>
    <dgm:pt modelId="{0E3DB310-F75D-421F-8C9C-E45C5B407D5D}" type="pres">
      <dgm:prSet presAssocID="{4737E8EE-0E3A-4C24-A327-765B81683415}" presName="parentLeftMargin" presStyleLbl="node1" presStyleIdx="2" presStyleCnt="4"/>
      <dgm:spPr/>
    </dgm:pt>
    <dgm:pt modelId="{E16CE8F3-975C-4A6A-B268-46C9B7DC86E5}" type="pres">
      <dgm:prSet presAssocID="{4737E8EE-0E3A-4C24-A327-765B81683415}" presName="parentText" presStyleLbl="node1" presStyleIdx="3" presStyleCnt="4">
        <dgm:presLayoutVars>
          <dgm:chMax val="0"/>
          <dgm:bulletEnabled val="1"/>
        </dgm:presLayoutVars>
      </dgm:prSet>
      <dgm:spPr/>
    </dgm:pt>
    <dgm:pt modelId="{E8AC65D7-15E9-4DDB-B2EA-0BEA36F01231}" type="pres">
      <dgm:prSet presAssocID="{4737E8EE-0E3A-4C24-A327-765B81683415}" presName="negativeSpace" presStyleCnt="0"/>
      <dgm:spPr/>
    </dgm:pt>
    <dgm:pt modelId="{8F04248F-E000-44DF-9D60-993B06FEE5D2}" type="pres">
      <dgm:prSet presAssocID="{4737E8EE-0E3A-4C24-A327-765B81683415}" presName="childText" presStyleLbl="conFgAcc1" presStyleIdx="3" presStyleCnt="4">
        <dgm:presLayoutVars>
          <dgm:bulletEnabled val="1"/>
        </dgm:presLayoutVars>
      </dgm:prSet>
      <dgm:spPr/>
    </dgm:pt>
  </dgm:ptLst>
  <dgm:cxnLst>
    <dgm:cxn modelId="{EE92082C-9CFB-48AA-8B9C-1A76850A1A30}" srcId="{DC4BF213-E010-41FD-97C5-AA43D088D789}" destId="{80B6AAA3-F7BE-4CC4-946F-B6AE4E925B5C}" srcOrd="1" destOrd="0" parTransId="{CDE9F8C1-6273-4082-A088-FAD21678CA3E}" sibTransId="{3ACF57F9-85C1-4769-9A9F-9884AB693932}"/>
    <dgm:cxn modelId="{93BF746A-8FBD-434B-8DE5-FA0C724CD5E9}" type="presOf" srcId="{2326D9DA-7733-4CAB-ACC4-A15CAFD5E575}" destId="{F06D7FB0-7A1C-449F-9AFB-C083425B8226}" srcOrd="0" destOrd="0" presId="urn:microsoft.com/office/officeart/2005/8/layout/list1"/>
    <dgm:cxn modelId="{720C7D77-0587-4B73-B01F-27ACFF86631E}" type="presOf" srcId="{4737E8EE-0E3A-4C24-A327-765B81683415}" destId="{E16CE8F3-975C-4A6A-B268-46C9B7DC86E5}" srcOrd="1" destOrd="0" presId="urn:microsoft.com/office/officeart/2005/8/layout/list1"/>
    <dgm:cxn modelId="{D39F5F8F-9AA7-44FA-9715-6855FE16C685}" type="presOf" srcId="{2326D9DA-7733-4CAB-ACC4-A15CAFD5E575}" destId="{ABBD9E8E-01D0-468F-8DD1-3515E4C6ED40}" srcOrd="1" destOrd="0" presId="urn:microsoft.com/office/officeart/2005/8/layout/list1"/>
    <dgm:cxn modelId="{806D4B9D-C567-46E4-9480-7FBD879AEF46}" type="presOf" srcId="{DC4BF213-E010-41FD-97C5-AA43D088D789}" destId="{CE9CBC43-8AA9-4ECD-ACEB-3DDCB40A1B29}" srcOrd="0" destOrd="0" presId="urn:microsoft.com/office/officeart/2005/8/layout/list1"/>
    <dgm:cxn modelId="{2BF6FDA1-FDA4-4EE6-B542-0C27E774DE11}" type="presOf" srcId="{80B6AAA3-F7BE-4CC4-946F-B6AE4E925B5C}" destId="{FCF7CA1A-4018-412A-A8F2-BB73CBF9D5DA}" srcOrd="1" destOrd="0" presId="urn:microsoft.com/office/officeart/2005/8/layout/list1"/>
    <dgm:cxn modelId="{B5E37CA2-0D1C-465C-8DC7-9C9715A5A752}" type="presOf" srcId="{AC55DEE1-0D82-4AEF-BD1C-2A44253E5467}" destId="{F2E05C57-A1E8-4983-8864-8EC6C41FF6F5}" srcOrd="0" destOrd="0" presId="urn:microsoft.com/office/officeart/2005/8/layout/list1"/>
    <dgm:cxn modelId="{57CE98A9-6D27-48EC-A373-D77B3790F7BC}" srcId="{DC4BF213-E010-41FD-97C5-AA43D088D789}" destId="{AC55DEE1-0D82-4AEF-BD1C-2A44253E5467}" srcOrd="0" destOrd="0" parTransId="{1CA4B708-2E03-4CFF-BAF7-48AA4313983A}" sibTransId="{5128C394-B019-451B-968B-4522682B3C7C}"/>
    <dgm:cxn modelId="{8EB3D7AF-D95A-43EE-9478-FE043EA5692A}" srcId="{DC4BF213-E010-41FD-97C5-AA43D088D789}" destId="{4737E8EE-0E3A-4C24-A327-765B81683415}" srcOrd="3" destOrd="0" parTransId="{6FA301D0-6F27-4101-B2BD-AECB6E96C562}" sibTransId="{570ED7FF-6AFE-411B-93ED-5A4B4091D362}"/>
    <dgm:cxn modelId="{14B7A1B4-375B-403C-BD76-946CF9FAA010}" type="presOf" srcId="{80B6AAA3-F7BE-4CC4-946F-B6AE4E925B5C}" destId="{4BF7E95A-4B68-4459-B826-9D84139F03D8}" srcOrd="0" destOrd="0" presId="urn:microsoft.com/office/officeart/2005/8/layout/list1"/>
    <dgm:cxn modelId="{E41406C8-88DB-49AE-B0EC-CD92CAAF80E8}" type="presOf" srcId="{4737E8EE-0E3A-4C24-A327-765B81683415}" destId="{0E3DB310-F75D-421F-8C9C-E45C5B407D5D}" srcOrd="0" destOrd="0" presId="urn:microsoft.com/office/officeart/2005/8/layout/list1"/>
    <dgm:cxn modelId="{5FB59EDC-4E47-43E9-BCC9-3F565E1A3705}" type="presOf" srcId="{AC55DEE1-0D82-4AEF-BD1C-2A44253E5467}" destId="{4A3E9B9A-3910-4ED2-B6FE-01D4529EF1B6}" srcOrd="1" destOrd="0" presId="urn:microsoft.com/office/officeart/2005/8/layout/list1"/>
    <dgm:cxn modelId="{98AFA0E5-FBC7-47C8-9458-3AB58909EA10}" srcId="{DC4BF213-E010-41FD-97C5-AA43D088D789}" destId="{2326D9DA-7733-4CAB-ACC4-A15CAFD5E575}" srcOrd="2" destOrd="0" parTransId="{3E5825D4-9A7B-4174-A86D-BE1FEF5D4687}" sibTransId="{171CB201-E438-40ED-AB2E-775CC83D8BAF}"/>
    <dgm:cxn modelId="{CD026C62-3AE9-4D9E-A9B3-D28734DF11A5}" type="presParOf" srcId="{CE9CBC43-8AA9-4ECD-ACEB-3DDCB40A1B29}" destId="{9863CB83-E5C0-437C-87BF-824D64CF4115}" srcOrd="0" destOrd="0" presId="urn:microsoft.com/office/officeart/2005/8/layout/list1"/>
    <dgm:cxn modelId="{11340285-6BAB-4783-9AC9-94A349AFC5B9}" type="presParOf" srcId="{9863CB83-E5C0-437C-87BF-824D64CF4115}" destId="{F2E05C57-A1E8-4983-8864-8EC6C41FF6F5}" srcOrd="0" destOrd="0" presId="urn:microsoft.com/office/officeart/2005/8/layout/list1"/>
    <dgm:cxn modelId="{F270FB50-A20D-4DE0-9FEE-916D9B3612C2}" type="presParOf" srcId="{9863CB83-E5C0-437C-87BF-824D64CF4115}" destId="{4A3E9B9A-3910-4ED2-B6FE-01D4529EF1B6}" srcOrd="1" destOrd="0" presId="urn:microsoft.com/office/officeart/2005/8/layout/list1"/>
    <dgm:cxn modelId="{C46B7D2E-00B5-459B-860C-E759071148FA}" type="presParOf" srcId="{CE9CBC43-8AA9-4ECD-ACEB-3DDCB40A1B29}" destId="{F3BF1A0F-3676-47DD-BF6D-8E291F630BB9}" srcOrd="1" destOrd="0" presId="urn:microsoft.com/office/officeart/2005/8/layout/list1"/>
    <dgm:cxn modelId="{2ED32819-490C-4E1E-AD97-C22E789BC810}" type="presParOf" srcId="{CE9CBC43-8AA9-4ECD-ACEB-3DDCB40A1B29}" destId="{A4FC66D3-8D91-41FB-8D56-D61B63797E26}" srcOrd="2" destOrd="0" presId="urn:microsoft.com/office/officeart/2005/8/layout/list1"/>
    <dgm:cxn modelId="{EA317563-8460-47FE-99BD-1C3B85274AF4}" type="presParOf" srcId="{CE9CBC43-8AA9-4ECD-ACEB-3DDCB40A1B29}" destId="{956BF84A-3A0C-4452-9E04-B7CF189A91F9}" srcOrd="3" destOrd="0" presId="urn:microsoft.com/office/officeart/2005/8/layout/list1"/>
    <dgm:cxn modelId="{04177D06-1B2B-4586-97B2-F19E64A34CD0}" type="presParOf" srcId="{CE9CBC43-8AA9-4ECD-ACEB-3DDCB40A1B29}" destId="{13E8BD93-2D9E-4637-94F5-A3D909408536}" srcOrd="4" destOrd="0" presId="urn:microsoft.com/office/officeart/2005/8/layout/list1"/>
    <dgm:cxn modelId="{41B01B0A-C770-483A-8E68-5FCF46C153A6}" type="presParOf" srcId="{13E8BD93-2D9E-4637-94F5-A3D909408536}" destId="{4BF7E95A-4B68-4459-B826-9D84139F03D8}" srcOrd="0" destOrd="0" presId="urn:microsoft.com/office/officeart/2005/8/layout/list1"/>
    <dgm:cxn modelId="{B6D38A79-50C5-4C12-96FB-20810E06C287}" type="presParOf" srcId="{13E8BD93-2D9E-4637-94F5-A3D909408536}" destId="{FCF7CA1A-4018-412A-A8F2-BB73CBF9D5DA}" srcOrd="1" destOrd="0" presId="urn:microsoft.com/office/officeart/2005/8/layout/list1"/>
    <dgm:cxn modelId="{62FE9968-727C-4362-AAE5-99805DE05DE7}" type="presParOf" srcId="{CE9CBC43-8AA9-4ECD-ACEB-3DDCB40A1B29}" destId="{21E837C1-21EA-4C16-8A04-0844AFC82B20}" srcOrd="5" destOrd="0" presId="urn:microsoft.com/office/officeart/2005/8/layout/list1"/>
    <dgm:cxn modelId="{314D8F7E-3CAD-453A-8598-CF93DF903C1A}" type="presParOf" srcId="{CE9CBC43-8AA9-4ECD-ACEB-3DDCB40A1B29}" destId="{F72F2E35-867E-4487-A066-C546DDEA333F}" srcOrd="6" destOrd="0" presId="urn:microsoft.com/office/officeart/2005/8/layout/list1"/>
    <dgm:cxn modelId="{14F3F762-D0BE-4151-864F-5FF257576FFF}" type="presParOf" srcId="{CE9CBC43-8AA9-4ECD-ACEB-3DDCB40A1B29}" destId="{41B154F6-54E6-40D8-A6A8-D78C2A0C5B10}" srcOrd="7" destOrd="0" presId="urn:microsoft.com/office/officeart/2005/8/layout/list1"/>
    <dgm:cxn modelId="{255FD6D1-25DE-4510-A0B3-AFD94ED45D58}" type="presParOf" srcId="{CE9CBC43-8AA9-4ECD-ACEB-3DDCB40A1B29}" destId="{F1A173F4-0673-4338-A229-E0C279B373DC}" srcOrd="8" destOrd="0" presId="urn:microsoft.com/office/officeart/2005/8/layout/list1"/>
    <dgm:cxn modelId="{889A788F-E9D2-4166-B7FF-1A04F4698F65}" type="presParOf" srcId="{F1A173F4-0673-4338-A229-E0C279B373DC}" destId="{F06D7FB0-7A1C-449F-9AFB-C083425B8226}" srcOrd="0" destOrd="0" presId="urn:microsoft.com/office/officeart/2005/8/layout/list1"/>
    <dgm:cxn modelId="{EE7C9E56-6E21-4AA5-A326-478495F860AB}" type="presParOf" srcId="{F1A173F4-0673-4338-A229-E0C279B373DC}" destId="{ABBD9E8E-01D0-468F-8DD1-3515E4C6ED40}" srcOrd="1" destOrd="0" presId="urn:microsoft.com/office/officeart/2005/8/layout/list1"/>
    <dgm:cxn modelId="{6CD84315-67C3-4C1E-B454-B5D6CB09968E}" type="presParOf" srcId="{CE9CBC43-8AA9-4ECD-ACEB-3DDCB40A1B29}" destId="{D7D9C67C-9255-4692-A1A2-D4B7A2B65F9C}" srcOrd="9" destOrd="0" presId="urn:microsoft.com/office/officeart/2005/8/layout/list1"/>
    <dgm:cxn modelId="{F4CCA59E-6B34-40F9-BA91-21605B090A27}" type="presParOf" srcId="{CE9CBC43-8AA9-4ECD-ACEB-3DDCB40A1B29}" destId="{2C165D60-BAF8-4152-8F1A-70484873F782}" srcOrd="10" destOrd="0" presId="urn:microsoft.com/office/officeart/2005/8/layout/list1"/>
    <dgm:cxn modelId="{D15B1BBB-6644-43A6-B21B-3C7C51AFA1C2}" type="presParOf" srcId="{CE9CBC43-8AA9-4ECD-ACEB-3DDCB40A1B29}" destId="{F5BC4845-4A61-4494-A296-8F71F5F50D11}" srcOrd="11" destOrd="0" presId="urn:microsoft.com/office/officeart/2005/8/layout/list1"/>
    <dgm:cxn modelId="{F985F192-23D5-4E07-9469-872ECF6601D6}" type="presParOf" srcId="{CE9CBC43-8AA9-4ECD-ACEB-3DDCB40A1B29}" destId="{7D2EFCCD-B6F0-4785-818B-9604B2FDFA3D}" srcOrd="12" destOrd="0" presId="urn:microsoft.com/office/officeart/2005/8/layout/list1"/>
    <dgm:cxn modelId="{DA1878CD-17ED-4246-9390-BF6FB1685EEA}" type="presParOf" srcId="{7D2EFCCD-B6F0-4785-818B-9604B2FDFA3D}" destId="{0E3DB310-F75D-421F-8C9C-E45C5B407D5D}" srcOrd="0" destOrd="0" presId="urn:microsoft.com/office/officeart/2005/8/layout/list1"/>
    <dgm:cxn modelId="{77EADD7B-5834-4438-8508-02505D5562A0}" type="presParOf" srcId="{7D2EFCCD-B6F0-4785-818B-9604B2FDFA3D}" destId="{E16CE8F3-975C-4A6A-B268-46C9B7DC86E5}" srcOrd="1" destOrd="0" presId="urn:microsoft.com/office/officeart/2005/8/layout/list1"/>
    <dgm:cxn modelId="{3D25645E-9578-4848-A3BE-3BB069F3A122}" type="presParOf" srcId="{CE9CBC43-8AA9-4ECD-ACEB-3DDCB40A1B29}" destId="{E8AC65D7-15E9-4DDB-B2EA-0BEA36F01231}" srcOrd="13" destOrd="0" presId="urn:microsoft.com/office/officeart/2005/8/layout/list1"/>
    <dgm:cxn modelId="{34F6E15D-5D7C-47F8-BF13-13AE7F9D2A18}" type="presParOf" srcId="{CE9CBC43-8AA9-4ECD-ACEB-3DDCB40A1B29}" destId="{8F04248F-E000-44DF-9D60-993B06FEE5D2}"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7DF26FC-4BB2-4FC7-8BA3-385BA56D803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FF5D183-553D-4B45-94C7-ABD2E1C44625}">
      <dgm:prSet/>
      <dgm:spPr/>
      <dgm:t>
        <a:bodyPr/>
        <a:lstStyle/>
        <a:p>
          <a:pPr>
            <a:lnSpc>
              <a:spcPct val="100000"/>
            </a:lnSpc>
          </a:pPr>
          <a:r>
            <a:rPr lang="en-US" dirty="0"/>
            <a:t>Admin can upload the document </a:t>
          </a:r>
        </a:p>
      </dgm:t>
    </dgm:pt>
    <dgm:pt modelId="{C8292257-C638-4223-9DBA-8E11E7739728}" type="parTrans" cxnId="{5BAC3744-DE7A-4D39-B955-4D807AC0B926}">
      <dgm:prSet/>
      <dgm:spPr/>
      <dgm:t>
        <a:bodyPr/>
        <a:lstStyle/>
        <a:p>
          <a:endParaRPr lang="en-US"/>
        </a:p>
      </dgm:t>
    </dgm:pt>
    <dgm:pt modelId="{85F67496-18D0-44E2-8729-C2B429BD5B4D}" type="sibTrans" cxnId="{5BAC3744-DE7A-4D39-B955-4D807AC0B926}">
      <dgm:prSet/>
      <dgm:spPr/>
      <dgm:t>
        <a:bodyPr/>
        <a:lstStyle/>
        <a:p>
          <a:endParaRPr lang="en-US"/>
        </a:p>
      </dgm:t>
    </dgm:pt>
    <dgm:pt modelId="{26E39B5B-D67D-46A4-9A89-1D5F53052005}">
      <dgm:prSet/>
      <dgm:spPr/>
      <dgm:t>
        <a:bodyPr/>
        <a:lstStyle/>
        <a:p>
          <a:pPr>
            <a:lnSpc>
              <a:spcPct val="100000"/>
            </a:lnSpc>
          </a:pPr>
          <a:r>
            <a:rPr lang="en-US" dirty="0"/>
            <a:t>Admin can check the attendance </a:t>
          </a:r>
        </a:p>
      </dgm:t>
    </dgm:pt>
    <dgm:pt modelId="{D95787EA-50CB-4B8D-B1CE-41C8C68B86E2}" type="parTrans" cxnId="{4534B900-77AC-4B90-AB78-CBBF1C410751}">
      <dgm:prSet/>
      <dgm:spPr/>
      <dgm:t>
        <a:bodyPr/>
        <a:lstStyle/>
        <a:p>
          <a:endParaRPr lang="en-US"/>
        </a:p>
      </dgm:t>
    </dgm:pt>
    <dgm:pt modelId="{479C93CB-FD8E-4835-8D7C-97E3699B5692}" type="sibTrans" cxnId="{4534B900-77AC-4B90-AB78-CBBF1C410751}">
      <dgm:prSet/>
      <dgm:spPr/>
      <dgm:t>
        <a:bodyPr/>
        <a:lstStyle/>
        <a:p>
          <a:endParaRPr lang="en-US"/>
        </a:p>
      </dgm:t>
    </dgm:pt>
    <dgm:pt modelId="{25483413-8EF0-4087-8994-E97C2C019316}">
      <dgm:prSet/>
      <dgm:spPr/>
      <dgm:t>
        <a:bodyPr/>
        <a:lstStyle/>
        <a:p>
          <a:pPr>
            <a:lnSpc>
              <a:spcPct val="100000"/>
            </a:lnSpc>
          </a:pPr>
          <a:r>
            <a:rPr lang="en-US" dirty="0"/>
            <a:t>Admin can check if the student has accessed the class or not </a:t>
          </a:r>
        </a:p>
      </dgm:t>
    </dgm:pt>
    <dgm:pt modelId="{DB05BE68-921F-4C16-84BE-3E0E26944E23}" type="parTrans" cxnId="{E8FE6B47-49C4-434E-8B4F-3D93FC23697C}">
      <dgm:prSet/>
      <dgm:spPr/>
      <dgm:t>
        <a:bodyPr/>
        <a:lstStyle/>
        <a:p>
          <a:endParaRPr lang="en-US"/>
        </a:p>
      </dgm:t>
    </dgm:pt>
    <dgm:pt modelId="{EDFDDAA9-B805-4BC4-A54E-01F6B34C1870}" type="sibTrans" cxnId="{E8FE6B47-49C4-434E-8B4F-3D93FC23697C}">
      <dgm:prSet/>
      <dgm:spPr/>
      <dgm:t>
        <a:bodyPr/>
        <a:lstStyle/>
        <a:p>
          <a:endParaRPr lang="en-US"/>
        </a:p>
      </dgm:t>
    </dgm:pt>
    <dgm:pt modelId="{F97EB61D-1194-41D9-928D-3AE14DE83E77}">
      <dgm:prSet custT="1"/>
      <dgm:spPr/>
      <dgm:t>
        <a:bodyPr/>
        <a:lstStyle/>
        <a:p>
          <a:pPr>
            <a:lnSpc>
              <a:spcPct val="100000"/>
            </a:lnSpc>
          </a:pPr>
          <a:r>
            <a:rPr lang="en-US" sz="1300" dirty="0"/>
            <a:t>Admin can also upload the puzzles, quizzes and the reference books .</a:t>
          </a:r>
        </a:p>
      </dgm:t>
    </dgm:pt>
    <dgm:pt modelId="{3202D614-3D37-4A68-9ED1-5F42A6179285}" type="parTrans" cxnId="{537179FB-E258-4C6C-A3E1-AC19784CE177}">
      <dgm:prSet/>
      <dgm:spPr/>
      <dgm:t>
        <a:bodyPr/>
        <a:lstStyle/>
        <a:p>
          <a:endParaRPr lang="en-US"/>
        </a:p>
      </dgm:t>
    </dgm:pt>
    <dgm:pt modelId="{CF83B442-E094-466D-8809-DC74B59EC9B0}" type="sibTrans" cxnId="{537179FB-E258-4C6C-A3E1-AC19784CE177}">
      <dgm:prSet/>
      <dgm:spPr/>
      <dgm:t>
        <a:bodyPr/>
        <a:lstStyle/>
        <a:p>
          <a:endParaRPr lang="en-US"/>
        </a:p>
      </dgm:t>
    </dgm:pt>
    <dgm:pt modelId="{A5AE4C36-C7DD-4284-A041-6DD372F42AF3}" type="pres">
      <dgm:prSet presAssocID="{57DF26FC-4BB2-4FC7-8BA3-385BA56D803E}" presName="root" presStyleCnt="0">
        <dgm:presLayoutVars>
          <dgm:dir/>
          <dgm:resizeHandles val="exact"/>
        </dgm:presLayoutVars>
      </dgm:prSet>
      <dgm:spPr/>
    </dgm:pt>
    <dgm:pt modelId="{793A3E8B-C635-4D8A-93DA-B2763287B16C}" type="pres">
      <dgm:prSet presAssocID="{EFF5D183-553D-4B45-94C7-ABD2E1C44625}" presName="compNode" presStyleCnt="0"/>
      <dgm:spPr/>
    </dgm:pt>
    <dgm:pt modelId="{3CC932E0-EA69-4DFC-B241-7871E9F484A1}" type="pres">
      <dgm:prSet presAssocID="{EFF5D183-553D-4B45-94C7-ABD2E1C44625}" presName="bgRect" presStyleLbl="bgShp" presStyleIdx="0" presStyleCnt="4"/>
      <dgm:spPr/>
    </dgm:pt>
    <dgm:pt modelId="{561381A8-2C4A-449A-9379-57F83246CF04}" type="pres">
      <dgm:prSet presAssocID="{EFF5D183-553D-4B45-94C7-ABD2E1C4462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pen Folder"/>
        </a:ext>
      </dgm:extLst>
    </dgm:pt>
    <dgm:pt modelId="{085A748C-FB9D-48BB-BC36-0F17B3B431EB}" type="pres">
      <dgm:prSet presAssocID="{EFF5D183-553D-4B45-94C7-ABD2E1C44625}" presName="spaceRect" presStyleCnt="0"/>
      <dgm:spPr/>
    </dgm:pt>
    <dgm:pt modelId="{C11A9488-48A8-496A-866A-7723C8D6C8B3}" type="pres">
      <dgm:prSet presAssocID="{EFF5D183-553D-4B45-94C7-ABD2E1C44625}" presName="parTx" presStyleLbl="revTx" presStyleIdx="0" presStyleCnt="4">
        <dgm:presLayoutVars>
          <dgm:chMax val="0"/>
          <dgm:chPref val="0"/>
        </dgm:presLayoutVars>
      </dgm:prSet>
      <dgm:spPr/>
    </dgm:pt>
    <dgm:pt modelId="{3BFA25CC-9DA1-4653-B13C-00A42DA5FCF1}" type="pres">
      <dgm:prSet presAssocID="{85F67496-18D0-44E2-8729-C2B429BD5B4D}" presName="sibTrans" presStyleCnt="0"/>
      <dgm:spPr/>
    </dgm:pt>
    <dgm:pt modelId="{B27C0D08-3AE2-45B4-A98A-D78A240F8B1C}" type="pres">
      <dgm:prSet presAssocID="{26E39B5B-D67D-46A4-9A89-1D5F53052005}" presName="compNode" presStyleCnt="0"/>
      <dgm:spPr/>
    </dgm:pt>
    <dgm:pt modelId="{01FC4197-A271-416A-8B9A-53AA646EB91F}" type="pres">
      <dgm:prSet presAssocID="{26E39B5B-D67D-46A4-9A89-1D5F53052005}" presName="bgRect" presStyleLbl="bgShp" presStyleIdx="1" presStyleCnt="4"/>
      <dgm:spPr/>
    </dgm:pt>
    <dgm:pt modelId="{0994341C-E5FB-4EB3-A943-5CF0BB9E3694}" type="pres">
      <dgm:prSet presAssocID="{26E39B5B-D67D-46A4-9A89-1D5F5305200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 List"/>
        </a:ext>
      </dgm:extLst>
    </dgm:pt>
    <dgm:pt modelId="{985AEBA1-22AB-4B88-8F02-54831B7FA750}" type="pres">
      <dgm:prSet presAssocID="{26E39B5B-D67D-46A4-9A89-1D5F53052005}" presName="spaceRect" presStyleCnt="0"/>
      <dgm:spPr/>
    </dgm:pt>
    <dgm:pt modelId="{9FBD456E-5A94-43FB-8872-C2E964632B77}" type="pres">
      <dgm:prSet presAssocID="{26E39B5B-D67D-46A4-9A89-1D5F53052005}" presName="parTx" presStyleLbl="revTx" presStyleIdx="1" presStyleCnt="4">
        <dgm:presLayoutVars>
          <dgm:chMax val="0"/>
          <dgm:chPref val="0"/>
        </dgm:presLayoutVars>
      </dgm:prSet>
      <dgm:spPr/>
    </dgm:pt>
    <dgm:pt modelId="{0B6D616F-67A9-46A3-BE99-F997ED34FF4B}" type="pres">
      <dgm:prSet presAssocID="{479C93CB-FD8E-4835-8D7C-97E3699B5692}" presName="sibTrans" presStyleCnt="0"/>
      <dgm:spPr/>
    </dgm:pt>
    <dgm:pt modelId="{A74781BC-60DC-4F0F-8716-043148D8EE41}" type="pres">
      <dgm:prSet presAssocID="{25483413-8EF0-4087-8994-E97C2C019316}" presName="compNode" presStyleCnt="0"/>
      <dgm:spPr/>
    </dgm:pt>
    <dgm:pt modelId="{F844A666-D92E-4718-9954-A89382DD86FF}" type="pres">
      <dgm:prSet presAssocID="{25483413-8EF0-4087-8994-E97C2C019316}" presName="bgRect" presStyleLbl="bgShp" presStyleIdx="2" presStyleCnt="4"/>
      <dgm:spPr/>
    </dgm:pt>
    <dgm:pt modelId="{72130FEF-1182-4296-9EEE-5D0291297211}" type="pres">
      <dgm:prSet presAssocID="{25483413-8EF0-4087-8994-E97C2C01931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1F45B060-A083-40DD-817F-E7BF24E86A22}" type="pres">
      <dgm:prSet presAssocID="{25483413-8EF0-4087-8994-E97C2C019316}" presName="spaceRect" presStyleCnt="0"/>
      <dgm:spPr/>
    </dgm:pt>
    <dgm:pt modelId="{4928FA22-39FF-492B-BEF7-5A4DAEC997F9}" type="pres">
      <dgm:prSet presAssocID="{25483413-8EF0-4087-8994-E97C2C019316}" presName="parTx" presStyleLbl="revTx" presStyleIdx="2" presStyleCnt="4">
        <dgm:presLayoutVars>
          <dgm:chMax val="0"/>
          <dgm:chPref val="0"/>
        </dgm:presLayoutVars>
      </dgm:prSet>
      <dgm:spPr/>
    </dgm:pt>
    <dgm:pt modelId="{3CA4D6CB-7926-4C30-8D14-8149FCD3E059}" type="pres">
      <dgm:prSet presAssocID="{EDFDDAA9-B805-4BC4-A54E-01F6B34C1870}" presName="sibTrans" presStyleCnt="0"/>
      <dgm:spPr/>
    </dgm:pt>
    <dgm:pt modelId="{48AF0D22-F03B-4376-96CE-9D41FE3C9730}" type="pres">
      <dgm:prSet presAssocID="{F97EB61D-1194-41D9-928D-3AE14DE83E77}" presName="compNode" presStyleCnt="0"/>
      <dgm:spPr/>
    </dgm:pt>
    <dgm:pt modelId="{1E1B98F6-36AF-47CC-B5A9-F5141BE3A4BC}" type="pres">
      <dgm:prSet presAssocID="{F97EB61D-1194-41D9-928D-3AE14DE83E77}" presName="bgRect" presStyleLbl="bgShp" presStyleIdx="3" presStyleCnt="4"/>
      <dgm:spPr/>
    </dgm:pt>
    <dgm:pt modelId="{633BEB9D-621C-4526-9DE0-7C73F313D225}" type="pres">
      <dgm:prSet presAssocID="{F97EB61D-1194-41D9-928D-3AE14DE83E7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ooks"/>
        </a:ext>
      </dgm:extLst>
    </dgm:pt>
    <dgm:pt modelId="{68DA1F1D-89BC-42DB-9AF5-9DFDD4F40C3F}" type="pres">
      <dgm:prSet presAssocID="{F97EB61D-1194-41D9-928D-3AE14DE83E77}" presName="spaceRect" presStyleCnt="0"/>
      <dgm:spPr/>
    </dgm:pt>
    <dgm:pt modelId="{80B9AD4A-8AA1-40FD-A1EE-ECEF225665B1}" type="pres">
      <dgm:prSet presAssocID="{F97EB61D-1194-41D9-928D-3AE14DE83E77}" presName="parTx" presStyleLbl="revTx" presStyleIdx="3" presStyleCnt="4">
        <dgm:presLayoutVars>
          <dgm:chMax val="0"/>
          <dgm:chPref val="0"/>
        </dgm:presLayoutVars>
      </dgm:prSet>
      <dgm:spPr/>
    </dgm:pt>
  </dgm:ptLst>
  <dgm:cxnLst>
    <dgm:cxn modelId="{4534B900-77AC-4B90-AB78-CBBF1C410751}" srcId="{57DF26FC-4BB2-4FC7-8BA3-385BA56D803E}" destId="{26E39B5B-D67D-46A4-9A89-1D5F53052005}" srcOrd="1" destOrd="0" parTransId="{D95787EA-50CB-4B8D-B1CE-41C8C68B86E2}" sibTransId="{479C93CB-FD8E-4835-8D7C-97E3699B5692}"/>
    <dgm:cxn modelId="{5BAC3744-DE7A-4D39-B955-4D807AC0B926}" srcId="{57DF26FC-4BB2-4FC7-8BA3-385BA56D803E}" destId="{EFF5D183-553D-4B45-94C7-ABD2E1C44625}" srcOrd="0" destOrd="0" parTransId="{C8292257-C638-4223-9DBA-8E11E7739728}" sibTransId="{85F67496-18D0-44E2-8729-C2B429BD5B4D}"/>
    <dgm:cxn modelId="{E8FE6B47-49C4-434E-8B4F-3D93FC23697C}" srcId="{57DF26FC-4BB2-4FC7-8BA3-385BA56D803E}" destId="{25483413-8EF0-4087-8994-E97C2C019316}" srcOrd="2" destOrd="0" parTransId="{DB05BE68-921F-4C16-84BE-3E0E26944E23}" sibTransId="{EDFDDAA9-B805-4BC4-A54E-01F6B34C1870}"/>
    <dgm:cxn modelId="{807C906B-6783-4760-9E15-89E35E7D9051}" type="presOf" srcId="{25483413-8EF0-4087-8994-E97C2C019316}" destId="{4928FA22-39FF-492B-BEF7-5A4DAEC997F9}" srcOrd="0" destOrd="0" presId="urn:microsoft.com/office/officeart/2018/2/layout/IconVerticalSolidList"/>
    <dgm:cxn modelId="{A83B8274-36F1-403C-BC61-171DF9AF4204}" type="presOf" srcId="{EFF5D183-553D-4B45-94C7-ABD2E1C44625}" destId="{C11A9488-48A8-496A-866A-7723C8D6C8B3}" srcOrd="0" destOrd="0" presId="urn:microsoft.com/office/officeart/2018/2/layout/IconVerticalSolidList"/>
    <dgm:cxn modelId="{3A4B3087-251D-4948-B8D6-6C846ADFADAA}" type="presOf" srcId="{57DF26FC-4BB2-4FC7-8BA3-385BA56D803E}" destId="{A5AE4C36-C7DD-4284-A041-6DD372F42AF3}" srcOrd="0" destOrd="0" presId="urn:microsoft.com/office/officeart/2018/2/layout/IconVerticalSolidList"/>
    <dgm:cxn modelId="{E37962A6-CCED-4F5A-A0DB-D5D0C9C0F6EB}" type="presOf" srcId="{F97EB61D-1194-41D9-928D-3AE14DE83E77}" destId="{80B9AD4A-8AA1-40FD-A1EE-ECEF225665B1}" srcOrd="0" destOrd="0" presId="urn:microsoft.com/office/officeart/2018/2/layout/IconVerticalSolidList"/>
    <dgm:cxn modelId="{38855AF4-E97A-4621-BC0B-8CB7B71071FF}" type="presOf" srcId="{26E39B5B-D67D-46A4-9A89-1D5F53052005}" destId="{9FBD456E-5A94-43FB-8872-C2E964632B77}" srcOrd="0" destOrd="0" presId="urn:microsoft.com/office/officeart/2018/2/layout/IconVerticalSolidList"/>
    <dgm:cxn modelId="{537179FB-E258-4C6C-A3E1-AC19784CE177}" srcId="{57DF26FC-4BB2-4FC7-8BA3-385BA56D803E}" destId="{F97EB61D-1194-41D9-928D-3AE14DE83E77}" srcOrd="3" destOrd="0" parTransId="{3202D614-3D37-4A68-9ED1-5F42A6179285}" sibTransId="{CF83B442-E094-466D-8809-DC74B59EC9B0}"/>
    <dgm:cxn modelId="{D05D5958-189A-4FF9-B255-8E5650E0B545}" type="presParOf" srcId="{A5AE4C36-C7DD-4284-A041-6DD372F42AF3}" destId="{793A3E8B-C635-4D8A-93DA-B2763287B16C}" srcOrd="0" destOrd="0" presId="urn:microsoft.com/office/officeart/2018/2/layout/IconVerticalSolidList"/>
    <dgm:cxn modelId="{99944EF4-4D7E-4D0D-AEA6-DC55F202FE78}" type="presParOf" srcId="{793A3E8B-C635-4D8A-93DA-B2763287B16C}" destId="{3CC932E0-EA69-4DFC-B241-7871E9F484A1}" srcOrd="0" destOrd="0" presId="urn:microsoft.com/office/officeart/2018/2/layout/IconVerticalSolidList"/>
    <dgm:cxn modelId="{841AEDA3-A8FE-4013-AE72-DB8341F5B6C9}" type="presParOf" srcId="{793A3E8B-C635-4D8A-93DA-B2763287B16C}" destId="{561381A8-2C4A-449A-9379-57F83246CF04}" srcOrd="1" destOrd="0" presId="urn:microsoft.com/office/officeart/2018/2/layout/IconVerticalSolidList"/>
    <dgm:cxn modelId="{F5978ABD-A2F4-43CE-BB3D-CA05D6C53BB6}" type="presParOf" srcId="{793A3E8B-C635-4D8A-93DA-B2763287B16C}" destId="{085A748C-FB9D-48BB-BC36-0F17B3B431EB}" srcOrd="2" destOrd="0" presId="urn:microsoft.com/office/officeart/2018/2/layout/IconVerticalSolidList"/>
    <dgm:cxn modelId="{4894339E-CF3E-48C2-996E-EE734AD965FE}" type="presParOf" srcId="{793A3E8B-C635-4D8A-93DA-B2763287B16C}" destId="{C11A9488-48A8-496A-866A-7723C8D6C8B3}" srcOrd="3" destOrd="0" presId="urn:microsoft.com/office/officeart/2018/2/layout/IconVerticalSolidList"/>
    <dgm:cxn modelId="{58ABDE97-5989-4FD4-8319-ED07CCBA64E0}" type="presParOf" srcId="{A5AE4C36-C7DD-4284-A041-6DD372F42AF3}" destId="{3BFA25CC-9DA1-4653-B13C-00A42DA5FCF1}" srcOrd="1" destOrd="0" presId="urn:microsoft.com/office/officeart/2018/2/layout/IconVerticalSolidList"/>
    <dgm:cxn modelId="{281B1F46-17FA-444F-8D38-88CA2E22AC55}" type="presParOf" srcId="{A5AE4C36-C7DD-4284-A041-6DD372F42AF3}" destId="{B27C0D08-3AE2-45B4-A98A-D78A240F8B1C}" srcOrd="2" destOrd="0" presId="urn:microsoft.com/office/officeart/2018/2/layout/IconVerticalSolidList"/>
    <dgm:cxn modelId="{CAA4816E-C08F-4573-B88F-BFBA3054235E}" type="presParOf" srcId="{B27C0D08-3AE2-45B4-A98A-D78A240F8B1C}" destId="{01FC4197-A271-416A-8B9A-53AA646EB91F}" srcOrd="0" destOrd="0" presId="urn:microsoft.com/office/officeart/2018/2/layout/IconVerticalSolidList"/>
    <dgm:cxn modelId="{93D4B1A4-4C59-49B7-A07C-5917C17DF100}" type="presParOf" srcId="{B27C0D08-3AE2-45B4-A98A-D78A240F8B1C}" destId="{0994341C-E5FB-4EB3-A943-5CF0BB9E3694}" srcOrd="1" destOrd="0" presId="urn:microsoft.com/office/officeart/2018/2/layout/IconVerticalSolidList"/>
    <dgm:cxn modelId="{73676ACA-8087-4B85-8FC6-259EFFA07BB4}" type="presParOf" srcId="{B27C0D08-3AE2-45B4-A98A-D78A240F8B1C}" destId="{985AEBA1-22AB-4B88-8F02-54831B7FA750}" srcOrd="2" destOrd="0" presId="urn:microsoft.com/office/officeart/2018/2/layout/IconVerticalSolidList"/>
    <dgm:cxn modelId="{27F62E5D-E42A-4B8D-B3DD-7388DE63C86C}" type="presParOf" srcId="{B27C0D08-3AE2-45B4-A98A-D78A240F8B1C}" destId="{9FBD456E-5A94-43FB-8872-C2E964632B77}" srcOrd="3" destOrd="0" presId="urn:microsoft.com/office/officeart/2018/2/layout/IconVerticalSolidList"/>
    <dgm:cxn modelId="{6DE28220-F66C-4ECA-B472-C146B824D90D}" type="presParOf" srcId="{A5AE4C36-C7DD-4284-A041-6DD372F42AF3}" destId="{0B6D616F-67A9-46A3-BE99-F997ED34FF4B}" srcOrd="3" destOrd="0" presId="urn:microsoft.com/office/officeart/2018/2/layout/IconVerticalSolidList"/>
    <dgm:cxn modelId="{84772179-830F-405B-91D4-C4365E47FF52}" type="presParOf" srcId="{A5AE4C36-C7DD-4284-A041-6DD372F42AF3}" destId="{A74781BC-60DC-4F0F-8716-043148D8EE41}" srcOrd="4" destOrd="0" presId="urn:microsoft.com/office/officeart/2018/2/layout/IconVerticalSolidList"/>
    <dgm:cxn modelId="{51A1416E-AAAA-46A3-889E-937C5B197600}" type="presParOf" srcId="{A74781BC-60DC-4F0F-8716-043148D8EE41}" destId="{F844A666-D92E-4718-9954-A89382DD86FF}" srcOrd="0" destOrd="0" presId="urn:microsoft.com/office/officeart/2018/2/layout/IconVerticalSolidList"/>
    <dgm:cxn modelId="{19806245-8D23-4FE2-9593-78CCF2B1BE5F}" type="presParOf" srcId="{A74781BC-60DC-4F0F-8716-043148D8EE41}" destId="{72130FEF-1182-4296-9EEE-5D0291297211}" srcOrd="1" destOrd="0" presId="urn:microsoft.com/office/officeart/2018/2/layout/IconVerticalSolidList"/>
    <dgm:cxn modelId="{0798C3B7-71BD-4DED-8D07-9DD078C603EE}" type="presParOf" srcId="{A74781BC-60DC-4F0F-8716-043148D8EE41}" destId="{1F45B060-A083-40DD-817F-E7BF24E86A22}" srcOrd="2" destOrd="0" presId="urn:microsoft.com/office/officeart/2018/2/layout/IconVerticalSolidList"/>
    <dgm:cxn modelId="{CD597CC8-186D-4FE4-A428-AA6B8A1B5319}" type="presParOf" srcId="{A74781BC-60DC-4F0F-8716-043148D8EE41}" destId="{4928FA22-39FF-492B-BEF7-5A4DAEC997F9}" srcOrd="3" destOrd="0" presId="urn:microsoft.com/office/officeart/2018/2/layout/IconVerticalSolidList"/>
    <dgm:cxn modelId="{9DCA01B4-2F10-411A-8602-5B6BF2816FED}" type="presParOf" srcId="{A5AE4C36-C7DD-4284-A041-6DD372F42AF3}" destId="{3CA4D6CB-7926-4C30-8D14-8149FCD3E059}" srcOrd="5" destOrd="0" presId="urn:microsoft.com/office/officeart/2018/2/layout/IconVerticalSolidList"/>
    <dgm:cxn modelId="{A7D27614-C225-45E3-8702-D5CE3DF5C5CF}" type="presParOf" srcId="{A5AE4C36-C7DD-4284-A041-6DD372F42AF3}" destId="{48AF0D22-F03B-4376-96CE-9D41FE3C9730}" srcOrd="6" destOrd="0" presId="urn:microsoft.com/office/officeart/2018/2/layout/IconVerticalSolidList"/>
    <dgm:cxn modelId="{82B89CAB-6FD1-4C61-8754-EC4FD2D31C05}" type="presParOf" srcId="{48AF0D22-F03B-4376-96CE-9D41FE3C9730}" destId="{1E1B98F6-36AF-47CC-B5A9-F5141BE3A4BC}" srcOrd="0" destOrd="0" presId="urn:microsoft.com/office/officeart/2018/2/layout/IconVerticalSolidList"/>
    <dgm:cxn modelId="{EBC665E6-651D-4298-9073-D293EF6D4086}" type="presParOf" srcId="{48AF0D22-F03B-4376-96CE-9D41FE3C9730}" destId="{633BEB9D-621C-4526-9DE0-7C73F313D225}" srcOrd="1" destOrd="0" presId="urn:microsoft.com/office/officeart/2018/2/layout/IconVerticalSolidList"/>
    <dgm:cxn modelId="{655093C7-3F04-4AB0-BE57-045DD3D3CF5B}" type="presParOf" srcId="{48AF0D22-F03B-4376-96CE-9D41FE3C9730}" destId="{68DA1F1D-89BC-42DB-9AF5-9DFDD4F40C3F}" srcOrd="2" destOrd="0" presId="urn:microsoft.com/office/officeart/2018/2/layout/IconVerticalSolidList"/>
    <dgm:cxn modelId="{C64B67A1-8433-45CD-B96C-71D6C6C53FA8}" type="presParOf" srcId="{48AF0D22-F03B-4376-96CE-9D41FE3C9730}" destId="{80B9AD4A-8AA1-40FD-A1EE-ECEF225665B1}" srcOrd="3" destOrd="0" presId="urn:microsoft.com/office/officeart/2018/2/layout/IconVerticalSoli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675403C-2651-4312-BBB3-B3C50628805E}"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992F23CE-9B78-4719-9EA0-A76D338D987A}">
      <dgm:prSet/>
      <dgm:spPr/>
      <dgm:t>
        <a:bodyPr/>
        <a:lstStyle/>
        <a:p>
          <a:pPr>
            <a:lnSpc>
              <a:spcPct val="100000"/>
            </a:lnSpc>
          </a:pPr>
          <a:r>
            <a:rPr lang="en-US"/>
            <a:t>Student can access the course allocated by the teacher </a:t>
          </a:r>
        </a:p>
      </dgm:t>
    </dgm:pt>
    <dgm:pt modelId="{D952C5B4-7C07-4A5A-892D-AB5E66F7E119}" type="parTrans" cxnId="{F1AE2046-A5AC-47D1-B5C9-AFC41FE1F58B}">
      <dgm:prSet/>
      <dgm:spPr/>
      <dgm:t>
        <a:bodyPr/>
        <a:lstStyle/>
        <a:p>
          <a:endParaRPr lang="en-US"/>
        </a:p>
      </dgm:t>
    </dgm:pt>
    <dgm:pt modelId="{8F1D6B15-5733-4E85-8F51-D4413D827EA9}" type="sibTrans" cxnId="{F1AE2046-A5AC-47D1-B5C9-AFC41FE1F58B}">
      <dgm:prSet/>
      <dgm:spPr/>
      <dgm:t>
        <a:bodyPr/>
        <a:lstStyle/>
        <a:p>
          <a:endParaRPr lang="en-US"/>
        </a:p>
      </dgm:t>
    </dgm:pt>
    <dgm:pt modelId="{4F3273E0-7DE8-4813-B786-5CE897A882DF}">
      <dgm:prSet/>
      <dgm:spPr/>
      <dgm:t>
        <a:bodyPr/>
        <a:lstStyle/>
        <a:p>
          <a:pPr>
            <a:lnSpc>
              <a:spcPct val="100000"/>
            </a:lnSpc>
          </a:pPr>
          <a:r>
            <a:rPr lang="en-US"/>
            <a:t>Student can download the files uploaded by the lecturer</a:t>
          </a:r>
        </a:p>
      </dgm:t>
    </dgm:pt>
    <dgm:pt modelId="{64190844-9786-413B-BD73-4EC1A3E03B91}" type="parTrans" cxnId="{49467F16-6303-4F9F-83A4-ADD0AC7842C2}">
      <dgm:prSet/>
      <dgm:spPr/>
      <dgm:t>
        <a:bodyPr/>
        <a:lstStyle/>
        <a:p>
          <a:endParaRPr lang="en-US"/>
        </a:p>
      </dgm:t>
    </dgm:pt>
    <dgm:pt modelId="{471C6160-5105-4264-A0DA-36F67BEE033B}" type="sibTrans" cxnId="{49467F16-6303-4F9F-83A4-ADD0AC7842C2}">
      <dgm:prSet/>
      <dgm:spPr/>
      <dgm:t>
        <a:bodyPr/>
        <a:lstStyle/>
        <a:p>
          <a:endParaRPr lang="en-US"/>
        </a:p>
      </dgm:t>
    </dgm:pt>
    <dgm:pt modelId="{E67282EA-C1F4-4EDA-BFD3-E9BB26C82A9E}">
      <dgm:prSet/>
      <dgm:spPr/>
      <dgm:t>
        <a:bodyPr/>
        <a:lstStyle/>
        <a:p>
          <a:pPr>
            <a:lnSpc>
              <a:spcPct val="100000"/>
            </a:lnSpc>
          </a:pPr>
          <a:r>
            <a:rPr lang="en-US"/>
            <a:t>Student can mark the attendance online and can submit the assignment </a:t>
          </a:r>
        </a:p>
      </dgm:t>
    </dgm:pt>
    <dgm:pt modelId="{0587F537-0974-40BF-AF5D-DBA213B4441F}" type="parTrans" cxnId="{1E69C837-515E-4674-9878-E68416EBA65F}">
      <dgm:prSet/>
      <dgm:spPr/>
      <dgm:t>
        <a:bodyPr/>
        <a:lstStyle/>
        <a:p>
          <a:endParaRPr lang="en-US"/>
        </a:p>
      </dgm:t>
    </dgm:pt>
    <dgm:pt modelId="{F2E6EC77-A9B0-4634-A9BA-4FDCDD7CACB3}" type="sibTrans" cxnId="{1E69C837-515E-4674-9878-E68416EBA65F}">
      <dgm:prSet/>
      <dgm:spPr/>
      <dgm:t>
        <a:bodyPr/>
        <a:lstStyle/>
        <a:p>
          <a:endParaRPr lang="en-US"/>
        </a:p>
      </dgm:t>
    </dgm:pt>
    <dgm:pt modelId="{421E90AA-7F66-402B-8FD2-05112135F21C}">
      <dgm:prSet/>
      <dgm:spPr/>
      <dgm:t>
        <a:bodyPr/>
        <a:lstStyle/>
        <a:p>
          <a:pPr>
            <a:lnSpc>
              <a:spcPct val="100000"/>
            </a:lnSpc>
          </a:pPr>
          <a:r>
            <a:rPr lang="en-US"/>
            <a:t>Student can attempt the quiz as well</a:t>
          </a:r>
        </a:p>
      </dgm:t>
    </dgm:pt>
    <dgm:pt modelId="{3281AF62-D166-4746-AC5E-285B56D5D9F1}" type="parTrans" cxnId="{DBC8EC5D-2593-4E75-81F0-668DACFA625D}">
      <dgm:prSet/>
      <dgm:spPr/>
      <dgm:t>
        <a:bodyPr/>
        <a:lstStyle/>
        <a:p>
          <a:endParaRPr lang="en-US"/>
        </a:p>
      </dgm:t>
    </dgm:pt>
    <dgm:pt modelId="{F876C286-4AFF-4AB5-8838-E09E5B870611}" type="sibTrans" cxnId="{DBC8EC5D-2593-4E75-81F0-668DACFA625D}">
      <dgm:prSet/>
      <dgm:spPr/>
      <dgm:t>
        <a:bodyPr/>
        <a:lstStyle/>
        <a:p>
          <a:endParaRPr lang="en-US"/>
        </a:p>
      </dgm:t>
    </dgm:pt>
    <dgm:pt modelId="{5F49357A-4520-4A01-A952-03B8D3818F12}" type="pres">
      <dgm:prSet presAssocID="{3675403C-2651-4312-BBB3-B3C50628805E}" presName="root" presStyleCnt="0">
        <dgm:presLayoutVars>
          <dgm:dir/>
          <dgm:resizeHandles val="exact"/>
        </dgm:presLayoutVars>
      </dgm:prSet>
      <dgm:spPr/>
    </dgm:pt>
    <dgm:pt modelId="{24491530-93A4-4885-A2F7-9F9C6B3C0BAC}" type="pres">
      <dgm:prSet presAssocID="{992F23CE-9B78-4719-9EA0-A76D338D987A}" presName="compNode" presStyleCnt="0"/>
      <dgm:spPr/>
    </dgm:pt>
    <dgm:pt modelId="{FD680ADE-1BF3-4FFB-85FC-29CA5BA2E8DA}" type="pres">
      <dgm:prSet presAssocID="{992F23CE-9B78-4719-9EA0-A76D338D987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eacher"/>
        </a:ext>
      </dgm:extLst>
    </dgm:pt>
    <dgm:pt modelId="{1691C60D-4F0D-4BC6-B2B2-C5BF9BB4392E}" type="pres">
      <dgm:prSet presAssocID="{992F23CE-9B78-4719-9EA0-A76D338D987A}" presName="spaceRect" presStyleCnt="0"/>
      <dgm:spPr/>
    </dgm:pt>
    <dgm:pt modelId="{FF5FFE6E-FB4E-4B5E-B6DA-AE2830AF2027}" type="pres">
      <dgm:prSet presAssocID="{992F23CE-9B78-4719-9EA0-A76D338D987A}" presName="textRect" presStyleLbl="revTx" presStyleIdx="0" presStyleCnt="4">
        <dgm:presLayoutVars>
          <dgm:chMax val="1"/>
          <dgm:chPref val="1"/>
        </dgm:presLayoutVars>
      </dgm:prSet>
      <dgm:spPr/>
    </dgm:pt>
    <dgm:pt modelId="{232C2034-B76B-4D7A-A695-0629CA92B9BA}" type="pres">
      <dgm:prSet presAssocID="{8F1D6B15-5733-4E85-8F51-D4413D827EA9}" presName="sibTrans" presStyleCnt="0"/>
      <dgm:spPr/>
    </dgm:pt>
    <dgm:pt modelId="{C612FF08-D4A7-4649-A369-1CC1255735D5}" type="pres">
      <dgm:prSet presAssocID="{4F3273E0-7DE8-4813-B786-5CE897A882DF}" presName="compNode" presStyleCnt="0"/>
      <dgm:spPr/>
    </dgm:pt>
    <dgm:pt modelId="{3DBC57E9-7C4F-4707-B8EC-8CACB5E5F1DA}" type="pres">
      <dgm:prSet presAssocID="{4F3273E0-7DE8-4813-B786-5CE897A882D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wnload"/>
        </a:ext>
      </dgm:extLst>
    </dgm:pt>
    <dgm:pt modelId="{3A2C04B2-C056-4D05-A4C4-5007D9F4E722}" type="pres">
      <dgm:prSet presAssocID="{4F3273E0-7DE8-4813-B786-5CE897A882DF}" presName="spaceRect" presStyleCnt="0"/>
      <dgm:spPr/>
    </dgm:pt>
    <dgm:pt modelId="{200E59BA-15F8-4C00-93B9-46DC1B93A9D2}" type="pres">
      <dgm:prSet presAssocID="{4F3273E0-7DE8-4813-B786-5CE897A882DF}" presName="textRect" presStyleLbl="revTx" presStyleIdx="1" presStyleCnt="4">
        <dgm:presLayoutVars>
          <dgm:chMax val="1"/>
          <dgm:chPref val="1"/>
        </dgm:presLayoutVars>
      </dgm:prSet>
      <dgm:spPr/>
    </dgm:pt>
    <dgm:pt modelId="{BA352CA6-A61B-4BF1-8B99-88FB4F13639A}" type="pres">
      <dgm:prSet presAssocID="{471C6160-5105-4264-A0DA-36F67BEE033B}" presName="sibTrans" presStyleCnt="0"/>
      <dgm:spPr/>
    </dgm:pt>
    <dgm:pt modelId="{910E555F-DCD5-459B-9E27-2B51D2D50EBA}" type="pres">
      <dgm:prSet presAssocID="{E67282EA-C1F4-4EDA-BFD3-E9BB26C82A9E}" presName="compNode" presStyleCnt="0"/>
      <dgm:spPr/>
    </dgm:pt>
    <dgm:pt modelId="{1A5B4EF6-774E-4FAF-B1FE-D1D85FEA337B}" type="pres">
      <dgm:prSet presAssocID="{E67282EA-C1F4-4EDA-BFD3-E9BB26C82A9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aptop"/>
        </a:ext>
      </dgm:extLst>
    </dgm:pt>
    <dgm:pt modelId="{551E2F1E-2608-492E-90A6-59EFE31EC121}" type="pres">
      <dgm:prSet presAssocID="{E67282EA-C1F4-4EDA-BFD3-E9BB26C82A9E}" presName="spaceRect" presStyleCnt="0"/>
      <dgm:spPr/>
    </dgm:pt>
    <dgm:pt modelId="{4482FC2E-64C3-4F67-AC88-A81BF169DB67}" type="pres">
      <dgm:prSet presAssocID="{E67282EA-C1F4-4EDA-BFD3-E9BB26C82A9E}" presName="textRect" presStyleLbl="revTx" presStyleIdx="2" presStyleCnt="4">
        <dgm:presLayoutVars>
          <dgm:chMax val="1"/>
          <dgm:chPref val="1"/>
        </dgm:presLayoutVars>
      </dgm:prSet>
      <dgm:spPr/>
    </dgm:pt>
    <dgm:pt modelId="{AB0142B2-7E68-4CCC-91DD-5A6E341A9113}" type="pres">
      <dgm:prSet presAssocID="{F2E6EC77-A9B0-4634-A9BA-4FDCDD7CACB3}" presName="sibTrans" presStyleCnt="0"/>
      <dgm:spPr/>
    </dgm:pt>
    <dgm:pt modelId="{1620217F-F444-4FEC-AF23-5AE55910FC5A}" type="pres">
      <dgm:prSet presAssocID="{421E90AA-7F66-402B-8FD2-05112135F21C}" presName="compNode" presStyleCnt="0"/>
      <dgm:spPr/>
    </dgm:pt>
    <dgm:pt modelId="{3FAA7561-E902-4A2B-B7F1-DDFE9F1D1830}" type="pres">
      <dgm:prSet presAssocID="{421E90AA-7F66-402B-8FD2-05112135F21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ead with Gears"/>
        </a:ext>
      </dgm:extLst>
    </dgm:pt>
    <dgm:pt modelId="{630AF5A3-2F8F-490F-A875-171465B370B3}" type="pres">
      <dgm:prSet presAssocID="{421E90AA-7F66-402B-8FD2-05112135F21C}" presName="spaceRect" presStyleCnt="0"/>
      <dgm:spPr/>
    </dgm:pt>
    <dgm:pt modelId="{7EE38B1B-636C-4A54-B3D2-49E303AA7E96}" type="pres">
      <dgm:prSet presAssocID="{421E90AA-7F66-402B-8FD2-05112135F21C}" presName="textRect" presStyleLbl="revTx" presStyleIdx="3" presStyleCnt="4">
        <dgm:presLayoutVars>
          <dgm:chMax val="1"/>
          <dgm:chPref val="1"/>
        </dgm:presLayoutVars>
      </dgm:prSet>
      <dgm:spPr/>
    </dgm:pt>
  </dgm:ptLst>
  <dgm:cxnLst>
    <dgm:cxn modelId="{49467F16-6303-4F9F-83A4-ADD0AC7842C2}" srcId="{3675403C-2651-4312-BBB3-B3C50628805E}" destId="{4F3273E0-7DE8-4813-B786-5CE897A882DF}" srcOrd="1" destOrd="0" parTransId="{64190844-9786-413B-BD73-4EC1A3E03B91}" sibTransId="{471C6160-5105-4264-A0DA-36F67BEE033B}"/>
    <dgm:cxn modelId="{1E69C837-515E-4674-9878-E68416EBA65F}" srcId="{3675403C-2651-4312-BBB3-B3C50628805E}" destId="{E67282EA-C1F4-4EDA-BFD3-E9BB26C82A9E}" srcOrd="2" destOrd="0" parTransId="{0587F537-0974-40BF-AF5D-DBA213B4441F}" sibTransId="{F2E6EC77-A9B0-4634-A9BA-4FDCDD7CACB3}"/>
    <dgm:cxn modelId="{F1AE2046-A5AC-47D1-B5C9-AFC41FE1F58B}" srcId="{3675403C-2651-4312-BBB3-B3C50628805E}" destId="{992F23CE-9B78-4719-9EA0-A76D338D987A}" srcOrd="0" destOrd="0" parTransId="{D952C5B4-7C07-4A5A-892D-AB5E66F7E119}" sibTransId="{8F1D6B15-5733-4E85-8F51-D4413D827EA9}"/>
    <dgm:cxn modelId="{DBC8EC5D-2593-4E75-81F0-668DACFA625D}" srcId="{3675403C-2651-4312-BBB3-B3C50628805E}" destId="{421E90AA-7F66-402B-8FD2-05112135F21C}" srcOrd="3" destOrd="0" parTransId="{3281AF62-D166-4746-AC5E-285B56D5D9F1}" sibTransId="{F876C286-4AFF-4AB5-8838-E09E5B870611}"/>
    <dgm:cxn modelId="{4B835A93-ED6A-4D25-8CA4-591E1BECB0FB}" type="presOf" srcId="{E67282EA-C1F4-4EDA-BFD3-E9BB26C82A9E}" destId="{4482FC2E-64C3-4F67-AC88-A81BF169DB67}" srcOrd="0" destOrd="0" presId="urn:microsoft.com/office/officeart/2018/2/layout/IconLabelList"/>
    <dgm:cxn modelId="{47ED14B8-24AE-4FC2-B28C-5BA6B69BE3A1}" type="presOf" srcId="{421E90AA-7F66-402B-8FD2-05112135F21C}" destId="{7EE38B1B-636C-4A54-B3D2-49E303AA7E96}" srcOrd="0" destOrd="0" presId="urn:microsoft.com/office/officeart/2018/2/layout/IconLabelList"/>
    <dgm:cxn modelId="{DD6299C6-7058-47D7-8041-82DAEF04B56B}" type="presOf" srcId="{3675403C-2651-4312-BBB3-B3C50628805E}" destId="{5F49357A-4520-4A01-A952-03B8D3818F12}" srcOrd="0" destOrd="0" presId="urn:microsoft.com/office/officeart/2018/2/layout/IconLabelList"/>
    <dgm:cxn modelId="{451DEEC6-9AEB-4341-A6BF-2C8567CE8697}" type="presOf" srcId="{4F3273E0-7DE8-4813-B786-5CE897A882DF}" destId="{200E59BA-15F8-4C00-93B9-46DC1B93A9D2}" srcOrd="0" destOrd="0" presId="urn:microsoft.com/office/officeart/2018/2/layout/IconLabelList"/>
    <dgm:cxn modelId="{36592ED2-5345-455E-AC28-FAFA6D238384}" type="presOf" srcId="{992F23CE-9B78-4719-9EA0-A76D338D987A}" destId="{FF5FFE6E-FB4E-4B5E-B6DA-AE2830AF2027}" srcOrd="0" destOrd="0" presId="urn:microsoft.com/office/officeart/2018/2/layout/IconLabelList"/>
    <dgm:cxn modelId="{D3C168D1-573F-4849-8B0E-8FE6F54ADF15}" type="presParOf" srcId="{5F49357A-4520-4A01-A952-03B8D3818F12}" destId="{24491530-93A4-4885-A2F7-9F9C6B3C0BAC}" srcOrd="0" destOrd="0" presId="urn:microsoft.com/office/officeart/2018/2/layout/IconLabelList"/>
    <dgm:cxn modelId="{74952255-C737-48B0-A92C-DE0D6B0185FD}" type="presParOf" srcId="{24491530-93A4-4885-A2F7-9F9C6B3C0BAC}" destId="{FD680ADE-1BF3-4FFB-85FC-29CA5BA2E8DA}" srcOrd="0" destOrd="0" presId="urn:microsoft.com/office/officeart/2018/2/layout/IconLabelList"/>
    <dgm:cxn modelId="{3CB358F8-09C1-4CA6-8198-3CA9F3368D8D}" type="presParOf" srcId="{24491530-93A4-4885-A2F7-9F9C6B3C0BAC}" destId="{1691C60D-4F0D-4BC6-B2B2-C5BF9BB4392E}" srcOrd="1" destOrd="0" presId="urn:microsoft.com/office/officeart/2018/2/layout/IconLabelList"/>
    <dgm:cxn modelId="{C0FEB43D-39BF-459C-AAE4-F200A8F42CDA}" type="presParOf" srcId="{24491530-93A4-4885-A2F7-9F9C6B3C0BAC}" destId="{FF5FFE6E-FB4E-4B5E-B6DA-AE2830AF2027}" srcOrd="2" destOrd="0" presId="urn:microsoft.com/office/officeart/2018/2/layout/IconLabelList"/>
    <dgm:cxn modelId="{6D6E103D-5471-471C-99B3-E3D92BABD835}" type="presParOf" srcId="{5F49357A-4520-4A01-A952-03B8D3818F12}" destId="{232C2034-B76B-4D7A-A695-0629CA92B9BA}" srcOrd="1" destOrd="0" presId="urn:microsoft.com/office/officeart/2018/2/layout/IconLabelList"/>
    <dgm:cxn modelId="{89CDE752-C9F0-401F-8E74-6615A6C5E3F1}" type="presParOf" srcId="{5F49357A-4520-4A01-A952-03B8D3818F12}" destId="{C612FF08-D4A7-4649-A369-1CC1255735D5}" srcOrd="2" destOrd="0" presId="urn:microsoft.com/office/officeart/2018/2/layout/IconLabelList"/>
    <dgm:cxn modelId="{B2614EF0-2369-4888-A0C8-AD2490E6D209}" type="presParOf" srcId="{C612FF08-D4A7-4649-A369-1CC1255735D5}" destId="{3DBC57E9-7C4F-4707-B8EC-8CACB5E5F1DA}" srcOrd="0" destOrd="0" presId="urn:microsoft.com/office/officeart/2018/2/layout/IconLabelList"/>
    <dgm:cxn modelId="{149DAD00-69CC-4DFF-A756-0FC4FF7C6FAB}" type="presParOf" srcId="{C612FF08-D4A7-4649-A369-1CC1255735D5}" destId="{3A2C04B2-C056-4D05-A4C4-5007D9F4E722}" srcOrd="1" destOrd="0" presId="urn:microsoft.com/office/officeart/2018/2/layout/IconLabelList"/>
    <dgm:cxn modelId="{1F74A405-90DC-4344-8A2B-6E2FD7DEC9AE}" type="presParOf" srcId="{C612FF08-D4A7-4649-A369-1CC1255735D5}" destId="{200E59BA-15F8-4C00-93B9-46DC1B93A9D2}" srcOrd="2" destOrd="0" presId="urn:microsoft.com/office/officeart/2018/2/layout/IconLabelList"/>
    <dgm:cxn modelId="{87DCEC26-3C11-489B-8730-902D89F8AAA7}" type="presParOf" srcId="{5F49357A-4520-4A01-A952-03B8D3818F12}" destId="{BA352CA6-A61B-4BF1-8B99-88FB4F13639A}" srcOrd="3" destOrd="0" presId="urn:microsoft.com/office/officeart/2018/2/layout/IconLabelList"/>
    <dgm:cxn modelId="{CCA2B1D2-1D7F-4430-BD46-67EC4F87C9A0}" type="presParOf" srcId="{5F49357A-4520-4A01-A952-03B8D3818F12}" destId="{910E555F-DCD5-459B-9E27-2B51D2D50EBA}" srcOrd="4" destOrd="0" presId="urn:microsoft.com/office/officeart/2018/2/layout/IconLabelList"/>
    <dgm:cxn modelId="{7476C444-0F3D-45F4-A628-35264B135393}" type="presParOf" srcId="{910E555F-DCD5-459B-9E27-2B51D2D50EBA}" destId="{1A5B4EF6-774E-4FAF-B1FE-D1D85FEA337B}" srcOrd="0" destOrd="0" presId="urn:microsoft.com/office/officeart/2018/2/layout/IconLabelList"/>
    <dgm:cxn modelId="{615EFA8F-3251-4EFC-87D8-A35BC2A1AC11}" type="presParOf" srcId="{910E555F-DCD5-459B-9E27-2B51D2D50EBA}" destId="{551E2F1E-2608-492E-90A6-59EFE31EC121}" srcOrd="1" destOrd="0" presId="urn:microsoft.com/office/officeart/2018/2/layout/IconLabelList"/>
    <dgm:cxn modelId="{7633F3DC-B809-4706-8BC9-77E37973D862}" type="presParOf" srcId="{910E555F-DCD5-459B-9E27-2B51D2D50EBA}" destId="{4482FC2E-64C3-4F67-AC88-A81BF169DB67}" srcOrd="2" destOrd="0" presId="urn:microsoft.com/office/officeart/2018/2/layout/IconLabelList"/>
    <dgm:cxn modelId="{90F776A5-C581-4815-AF11-A70684AA80C6}" type="presParOf" srcId="{5F49357A-4520-4A01-A952-03B8D3818F12}" destId="{AB0142B2-7E68-4CCC-91DD-5A6E341A9113}" srcOrd="5" destOrd="0" presId="urn:microsoft.com/office/officeart/2018/2/layout/IconLabelList"/>
    <dgm:cxn modelId="{AEB3B18D-FA46-433D-9038-F2C15B0FFE57}" type="presParOf" srcId="{5F49357A-4520-4A01-A952-03B8D3818F12}" destId="{1620217F-F444-4FEC-AF23-5AE55910FC5A}" srcOrd="6" destOrd="0" presId="urn:microsoft.com/office/officeart/2018/2/layout/IconLabelList"/>
    <dgm:cxn modelId="{2CF67D39-20FF-4CFD-B09F-FA73D01CA2CB}" type="presParOf" srcId="{1620217F-F444-4FEC-AF23-5AE55910FC5A}" destId="{3FAA7561-E902-4A2B-B7F1-DDFE9F1D1830}" srcOrd="0" destOrd="0" presId="urn:microsoft.com/office/officeart/2018/2/layout/IconLabelList"/>
    <dgm:cxn modelId="{400929F8-D0A8-47A1-9B00-DDC3F0A3480D}" type="presParOf" srcId="{1620217F-F444-4FEC-AF23-5AE55910FC5A}" destId="{630AF5A3-2F8F-490F-A875-171465B370B3}" srcOrd="1" destOrd="0" presId="urn:microsoft.com/office/officeart/2018/2/layout/IconLabelList"/>
    <dgm:cxn modelId="{D3C43772-A2FF-4FA7-9E07-6C3D52737780}" type="presParOf" srcId="{1620217F-F444-4FEC-AF23-5AE55910FC5A}" destId="{7EE38B1B-636C-4A54-B3D2-49E303AA7E96}" srcOrd="2" destOrd="0" presId="urn:microsoft.com/office/officeart/2018/2/layout/IconLabel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E37FCF2-CD23-433E-A87E-961691C149E9}"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251649B-C621-4258-B0F8-B7BD10371D75}">
      <dgm:prSet/>
      <dgm:spPr/>
      <dgm:t>
        <a:bodyPr/>
        <a:lstStyle/>
        <a:p>
          <a:r>
            <a:rPr lang="en-US" dirty="0"/>
            <a:t>This project helps us to understand about the HTML, CSS and PHP along with the use of the JAVA script and SQL database.</a:t>
          </a:r>
        </a:p>
      </dgm:t>
    </dgm:pt>
    <dgm:pt modelId="{078640B8-6A21-4DC1-8AAC-3108B0D76EB4}" type="parTrans" cxnId="{9BE12D2A-BBAB-4391-BF7A-90213A0A5BAB}">
      <dgm:prSet/>
      <dgm:spPr/>
      <dgm:t>
        <a:bodyPr/>
        <a:lstStyle/>
        <a:p>
          <a:endParaRPr lang="en-US"/>
        </a:p>
      </dgm:t>
    </dgm:pt>
    <dgm:pt modelId="{B2770435-6087-47F5-A782-6A80BA492CA7}" type="sibTrans" cxnId="{9BE12D2A-BBAB-4391-BF7A-90213A0A5BAB}">
      <dgm:prSet/>
      <dgm:spPr/>
      <dgm:t>
        <a:bodyPr/>
        <a:lstStyle/>
        <a:p>
          <a:endParaRPr lang="en-US"/>
        </a:p>
      </dgm:t>
    </dgm:pt>
    <dgm:pt modelId="{F08A5776-D151-45DC-A8BA-861844E86A94}">
      <dgm:prSet/>
      <dgm:spPr/>
      <dgm:t>
        <a:bodyPr/>
        <a:lstStyle/>
        <a:p>
          <a:r>
            <a:rPr lang="en-US"/>
            <a:t>Creating a small project with greater outcomes and usability.</a:t>
          </a:r>
        </a:p>
      </dgm:t>
    </dgm:pt>
    <dgm:pt modelId="{D1944B55-5920-40CD-B555-ED9C883B8C14}" type="parTrans" cxnId="{2C9690A4-583B-4253-89DF-D107018FC430}">
      <dgm:prSet/>
      <dgm:spPr/>
      <dgm:t>
        <a:bodyPr/>
        <a:lstStyle/>
        <a:p>
          <a:endParaRPr lang="en-US"/>
        </a:p>
      </dgm:t>
    </dgm:pt>
    <dgm:pt modelId="{F403D242-22C6-4355-9B3D-B6D0DA18F6EC}" type="sibTrans" cxnId="{2C9690A4-583B-4253-89DF-D107018FC430}">
      <dgm:prSet/>
      <dgm:spPr/>
      <dgm:t>
        <a:bodyPr/>
        <a:lstStyle/>
        <a:p>
          <a:endParaRPr lang="en-US"/>
        </a:p>
      </dgm:t>
    </dgm:pt>
    <dgm:pt modelId="{35F1F27B-5351-46B4-8508-0D2D041CABAC}">
      <dgm:prSet/>
      <dgm:spPr/>
      <dgm:t>
        <a:bodyPr/>
        <a:lstStyle/>
        <a:p>
          <a:r>
            <a:rPr lang="en-US"/>
            <a:t>Facilitates the completion of one or more tasks.</a:t>
          </a:r>
        </a:p>
      </dgm:t>
    </dgm:pt>
    <dgm:pt modelId="{828B8880-3AB9-45DE-9E5B-E10FA8419474}" type="parTrans" cxnId="{949F5529-9377-4722-81FC-59FE7481A76C}">
      <dgm:prSet/>
      <dgm:spPr/>
      <dgm:t>
        <a:bodyPr/>
        <a:lstStyle/>
        <a:p>
          <a:endParaRPr lang="en-US"/>
        </a:p>
      </dgm:t>
    </dgm:pt>
    <dgm:pt modelId="{99A3844D-0257-48AA-B4D7-4F67E9B86A89}" type="sibTrans" cxnId="{949F5529-9377-4722-81FC-59FE7481A76C}">
      <dgm:prSet/>
      <dgm:spPr/>
      <dgm:t>
        <a:bodyPr/>
        <a:lstStyle/>
        <a:p>
          <a:endParaRPr lang="en-US"/>
        </a:p>
      </dgm:t>
    </dgm:pt>
    <dgm:pt modelId="{477324AC-9BEA-4094-A7DC-C15F5A5BDE00}" type="pres">
      <dgm:prSet presAssocID="{BE37FCF2-CD23-433E-A87E-961691C149E9}" presName="root" presStyleCnt="0">
        <dgm:presLayoutVars>
          <dgm:dir/>
          <dgm:resizeHandles val="exact"/>
        </dgm:presLayoutVars>
      </dgm:prSet>
      <dgm:spPr/>
    </dgm:pt>
    <dgm:pt modelId="{0E461E09-F0B9-40D5-9D45-7664ED78FE51}" type="pres">
      <dgm:prSet presAssocID="{8251649B-C621-4258-B0F8-B7BD10371D75}" presName="compNode" presStyleCnt="0"/>
      <dgm:spPr/>
    </dgm:pt>
    <dgm:pt modelId="{E28B65E4-CD0E-44C2-BF95-4E8206A04A26}" type="pres">
      <dgm:prSet presAssocID="{8251649B-C621-4258-B0F8-B7BD10371D7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8C959B92-CD2D-4AF5-B3F1-3DC5506B2188}" type="pres">
      <dgm:prSet presAssocID="{8251649B-C621-4258-B0F8-B7BD10371D75}" presName="spaceRect" presStyleCnt="0"/>
      <dgm:spPr/>
    </dgm:pt>
    <dgm:pt modelId="{1A988895-E659-4603-B2C9-E9A350D3491B}" type="pres">
      <dgm:prSet presAssocID="{8251649B-C621-4258-B0F8-B7BD10371D75}" presName="textRect" presStyleLbl="revTx" presStyleIdx="0" presStyleCnt="3">
        <dgm:presLayoutVars>
          <dgm:chMax val="1"/>
          <dgm:chPref val="1"/>
        </dgm:presLayoutVars>
      </dgm:prSet>
      <dgm:spPr/>
    </dgm:pt>
    <dgm:pt modelId="{CB4ED5DD-6226-431D-8443-7698691BE9F1}" type="pres">
      <dgm:prSet presAssocID="{B2770435-6087-47F5-A782-6A80BA492CA7}" presName="sibTrans" presStyleCnt="0"/>
      <dgm:spPr/>
    </dgm:pt>
    <dgm:pt modelId="{8C021F36-D2D1-4EF0-9FE6-3A2F369F62F1}" type="pres">
      <dgm:prSet presAssocID="{F08A5776-D151-45DC-A8BA-861844E86A94}" presName="compNode" presStyleCnt="0"/>
      <dgm:spPr/>
    </dgm:pt>
    <dgm:pt modelId="{9D77B21C-9892-4C4C-AA44-1712A8049BF4}" type="pres">
      <dgm:prSet presAssocID="{F08A5776-D151-45DC-A8BA-861844E86A9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608D6F8F-AC00-4063-96DB-5F679A290DD3}" type="pres">
      <dgm:prSet presAssocID="{F08A5776-D151-45DC-A8BA-861844E86A94}" presName="spaceRect" presStyleCnt="0"/>
      <dgm:spPr/>
    </dgm:pt>
    <dgm:pt modelId="{BFB9A730-A9D1-4ADE-947C-81D262066ADC}" type="pres">
      <dgm:prSet presAssocID="{F08A5776-D151-45DC-A8BA-861844E86A94}" presName="textRect" presStyleLbl="revTx" presStyleIdx="1" presStyleCnt="3">
        <dgm:presLayoutVars>
          <dgm:chMax val="1"/>
          <dgm:chPref val="1"/>
        </dgm:presLayoutVars>
      </dgm:prSet>
      <dgm:spPr/>
    </dgm:pt>
    <dgm:pt modelId="{18620E9F-804B-4D7A-9E3C-F4ABDF1673B8}" type="pres">
      <dgm:prSet presAssocID="{F403D242-22C6-4355-9B3D-B6D0DA18F6EC}" presName="sibTrans" presStyleCnt="0"/>
      <dgm:spPr/>
    </dgm:pt>
    <dgm:pt modelId="{FD8D0FD9-BF57-401E-AA1E-DABD463333A7}" type="pres">
      <dgm:prSet presAssocID="{35F1F27B-5351-46B4-8508-0D2D041CABAC}" presName="compNode" presStyleCnt="0"/>
      <dgm:spPr/>
    </dgm:pt>
    <dgm:pt modelId="{26AF47C1-A29E-4C22-AD5E-460C9F2D3A71}" type="pres">
      <dgm:prSet presAssocID="{35F1F27B-5351-46B4-8508-0D2D041CABA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67226991-E159-494F-A6BD-D6A694B214C9}" type="pres">
      <dgm:prSet presAssocID="{35F1F27B-5351-46B4-8508-0D2D041CABAC}" presName="spaceRect" presStyleCnt="0"/>
      <dgm:spPr/>
    </dgm:pt>
    <dgm:pt modelId="{FA9B96D8-045A-4638-82BD-C03C7AB0B299}" type="pres">
      <dgm:prSet presAssocID="{35F1F27B-5351-46B4-8508-0D2D041CABAC}" presName="textRect" presStyleLbl="revTx" presStyleIdx="2" presStyleCnt="3">
        <dgm:presLayoutVars>
          <dgm:chMax val="1"/>
          <dgm:chPref val="1"/>
        </dgm:presLayoutVars>
      </dgm:prSet>
      <dgm:spPr/>
    </dgm:pt>
  </dgm:ptLst>
  <dgm:cxnLst>
    <dgm:cxn modelId="{A8B97C20-2117-4BCB-97DC-8B5C87A715FA}" type="presOf" srcId="{BE37FCF2-CD23-433E-A87E-961691C149E9}" destId="{477324AC-9BEA-4094-A7DC-C15F5A5BDE00}" srcOrd="0" destOrd="0" presId="urn:microsoft.com/office/officeart/2018/2/layout/IconLabelList"/>
    <dgm:cxn modelId="{949F5529-9377-4722-81FC-59FE7481A76C}" srcId="{BE37FCF2-CD23-433E-A87E-961691C149E9}" destId="{35F1F27B-5351-46B4-8508-0D2D041CABAC}" srcOrd="2" destOrd="0" parTransId="{828B8880-3AB9-45DE-9E5B-E10FA8419474}" sibTransId="{99A3844D-0257-48AA-B4D7-4F67E9B86A89}"/>
    <dgm:cxn modelId="{9BE12D2A-BBAB-4391-BF7A-90213A0A5BAB}" srcId="{BE37FCF2-CD23-433E-A87E-961691C149E9}" destId="{8251649B-C621-4258-B0F8-B7BD10371D75}" srcOrd="0" destOrd="0" parTransId="{078640B8-6A21-4DC1-8AAC-3108B0D76EB4}" sibTransId="{B2770435-6087-47F5-A782-6A80BA492CA7}"/>
    <dgm:cxn modelId="{CAE6DF68-6B2F-4837-A142-438C0D27B795}" type="presOf" srcId="{F08A5776-D151-45DC-A8BA-861844E86A94}" destId="{BFB9A730-A9D1-4ADE-947C-81D262066ADC}" srcOrd="0" destOrd="0" presId="urn:microsoft.com/office/officeart/2018/2/layout/IconLabelList"/>
    <dgm:cxn modelId="{CCCC1A7F-0BB6-4C94-A8C5-8C37C0EBDF77}" type="presOf" srcId="{8251649B-C621-4258-B0F8-B7BD10371D75}" destId="{1A988895-E659-4603-B2C9-E9A350D3491B}" srcOrd="0" destOrd="0" presId="urn:microsoft.com/office/officeart/2018/2/layout/IconLabelList"/>
    <dgm:cxn modelId="{2C9690A4-583B-4253-89DF-D107018FC430}" srcId="{BE37FCF2-CD23-433E-A87E-961691C149E9}" destId="{F08A5776-D151-45DC-A8BA-861844E86A94}" srcOrd="1" destOrd="0" parTransId="{D1944B55-5920-40CD-B555-ED9C883B8C14}" sibTransId="{F403D242-22C6-4355-9B3D-B6D0DA18F6EC}"/>
    <dgm:cxn modelId="{9C5D5EC4-4346-4EE1-9DFE-A321E2501650}" type="presOf" srcId="{35F1F27B-5351-46B4-8508-0D2D041CABAC}" destId="{FA9B96D8-045A-4638-82BD-C03C7AB0B299}" srcOrd="0" destOrd="0" presId="urn:microsoft.com/office/officeart/2018/2/layout/IconLabelList"/>
    <dgm:cxn modelId="{A367457C-47B0-4F2B-B4D6-F5A3F99E087C}" type="presParOf" srcId="{477324AC-9BEA-4094-A7DC-C15F5A5BDE00}" destId="{0E461E09-F0B9-40D5-9D45-7664ED78FE51}" srcOrd="0" destOrd="0" presId="urn:microsoft.com/office/officeart/2018/2/layout/IconLabelList"/>
    <dgm:cxn modelId="{540816DD-EAAA-4CB8-A0F9-0E96D8BC711A}" type="presParOf" srcId="{0E461E09-F0B9-40D5-9D45-7664ED78FE51}" destId="{E28B65E4-CD0E-44C2-BF95-4E8206A04A26}" srcOrd="0" destOrd="0" presId="urn:microsoft.com/office/officeart/2018/2/layout/IconLabelList"/>
    <dgm:cxn modelId="{8AB611C6-DAFA-4282-B93C-7D4C3A1726FF}" type="presParOf" srcId="{0E461E09-F0B9-40D5-9D45-7664ED78FE51}" destId="{8C959B92-CD2D-4AF5-B3F1-3DC5506B2188}" srcOrd="1" destOrd="0" presId="urn:microsoft.com/office/officeart/2018/2/layout/IconLabelList"/>
    <dgm:cxn modelId="{159C7C7B-EEEA-46C5-ACCF-12B89396CA27}" type="presParOf" srcId="{0E461E09-F0B9-40D5-9D45-7664ED78FE51}" destId="{1A988895-E659-4603-B2C9-E9A350D3491B}" srcOrd="2" destOrd="0" presId="urn:microsoft.com/office/officeart/2018/2/layout/IconLabelList"/>
    <dgm:cxn modelId="{12C53376-3A0C-4CE7-92D4-6FD86CB88571}" type="presParOf" srcId="{477324AC-9BEA-4094-A7DC-C15F5A5BDE00}" destId="{CB4ED5DD-6226-431D-8443-7698691BE9F1}" srcOrd="1" destOrd="0" presId="urn:microsoft.com/office/officeart/2018/2/layout/IconLabelList"/>
    <dgm:cxn modelId="{CDE869CE-358C-4DF8-A38B-C66B301C24B3}" type="presParOf" srcId="{477324AC-9BEA-4094-A7DC-C15F5A5BDE00}" destId="{8C021F36-D2D1-4EF0-9FE6-3A2F369F62F1}" srcOrd="2" destOrd="0" presId="urn:microsoft.com/office/officeart/2018/2/layout/IconLabelList"/>
    <dgm:cxn modelId="{0F866749-7167-47E2-866A-B11FDAEAC472}" type="presParOf" srcId="{8C021F36-D2D1-4EF0-9FE6-3A2F369F62F1}" destId="{9D77B21C-9892-4C4C-AA44-1712A8049BF4}" srcOrd="0" destOrd="0" presId="urn:microsoft.com/office/officeart/2018/2/layout/IconLabelList"/>
    <dgm:cxn modelId="{D48A0266-C3B8-4DF6-A87A-9DA7D0C9F77F}" type="presParOf" srcId="{8C021F36-D2D1-4EF0-9FE6-3A2F369F62F1}" destId="{608D6F8F-AC00-4063-96DB-5F679A290DD3}" srcOrd="1" destOrd="0" presId="urn:microsoft.com/office/officeart/2018/2/layout/IconLabelList"/>
    <dgm:cxn modelId="{0727F7D7-98F5-4601-928F-02C56DA4F026}" type="presParOf" srcId="{8C021F36-D2D1-4EF0-9FE6-3A2F369F62F1}" destId="{BFB9A730-A9D1-4ADE-947C-81D262066ADC}" srcOrd="2" destOrd="0" presId="urn:microsoft.com/office/officeart/2018/2/layout/IconLabelList"/>
    <dgm:cxn modelId="{E20D4742-395B-4E0E-B7B6-EFBCFE51E208}" type="presParOf" srcId="{477324AC-9BEA-4094-A7DC-C15F5A5BDE00}" destId="{18620E9F-804B-4D7A-9E3C-F4ABDF1673B8}" srcOrd="3" destOrd="0" presId="urn:microsoft.com/office/officeart/2018/2/layout/IconLabelList"/>
    <dgm:cxn modelId="{EB08F95C-7673-4993-A7C2-EEA55384804B}" type="presParOf" srcId="{477324AC-9BEA-4094-A7DC-C15F5A5BDE00}" destId="{FD8D0FD9-BF57-401E-AA1E-DABD463333A7}" srcOrd="4" destOrd="0" presId="urn:microsoft.com/office/officeart/2018/2/layout/IconLabelList"/>
    <dgm:cxn modelId="{B9203085-E264-4C71-8A4E-4FA2485C91B1}" type="presParOf" srcId="{FD8D0FD9-BF57-401E-AA1E-DABD463333A7}" destId="{26AF47C1-A29E-4C22-AD5E-460C9F2D3A71}" srcOrd="0" destOrd="0" presId="urn:microsoft.com/office/officeart/2018/2/layout/IconLabelList"/>
    <dgm:cxn modelId="{7EB3CE1E-5F18-4F6C-B2D3-D78BAF54AF53}" type="presParOf" srcId="{FD8D0FD9-BF57-401E-AA1E-DABD463333A7}" destId="{67226991-E159-494F-A6BD-D6A694B214C9}" srcOrd="1" destOrd="0" presId="urn:microsoft.com/office/officeart/2018/2/layout/IconLabelList"/>
    <dgm:cxn modelId="{8FCB50A5-B8EC-4635-B334-D25C1A340690}" type="presParOf" srcId="{FD8D0FD9-BF57-401E-AA1E-DABD463333A7}" destId="{FA9B96D8-045A-4638-82BD-C03C7AB0B299}"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15095D-1EA1-4177-B489-7B249B88C970}">
      <dsp:nvSpPr>
        <dsp:cNvPr id="0" name=""/>
        <dsp:cNvSpPr/>
      </dsp:nvSpPr>
      <dsp:spPr>
        <a:xfrm>
          <a:off x="0" y="273942"/>
          <a:ext cx="7053264" cy="3276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C5B24B-79F9-4D45-872E-EFB64C62195F}">
      <dsp:nvSpPr>
        <dsp:cNvPr id="0" name=""/>
        <dsp:cNvSpPr/>
      </dsp:nvSpPr>
      <dsp:spPr>
        <a:xfrm>
          <a:off x="352663" y="82062"/>
          <a:ext cx="4937284" cy="3837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18" tIns="0" rIns="186618" bIns="0" numCol="1" spcCol="1270" anchor="ctr" anchorCtr="0">
          <a:noAutofit/>
        </a:bodyPr>
        <a:lstStyle/>
        <a:p>
          <a:pPr marL="0" lvl="0" indent="0" algn="l" defTabSz="577850">
            <a:lnSpc>
              <a:spcPct val="90000"/>
            </a:lnSpc>
            <a:spcBef>
              <a:spcPct val="0"/>
            </a:spcBef>
            <a:spcAft>
              <a:spcPct val="35000"/>
            </a:spcAft>
            <a:buNone/>
          </a:pPr>
          <a:r>
            <a:rPr lang="en-US" sz="1300" kern="1200" dirty="0"/>
            <a:t>Kapil Pandey </a:t>
          </a:r>
        </a:p>
      </dsp:txBody>
      <dsp:txXfrm>
        <a:off x="371397" y="100796"/>
        <a:ext cx="4899816" cy="346292"/>
      </dsp:txXfrm>
    </dsp:sp>
    <dsp:sp modelId="{6690EC3F-F09E-4E49-86A2-DCB3004ABBE4}">
      <dsp:nvSpPr>
        <dsp:cNvPr id="0" name=""/>
        <dsp:cNvSpPr/>
      </dsp:nvSpPr>
      <dsp:spPr>
        <a:xfrm>
          <a:off x="0" y="863622"/>
          <a:ext cx="7053264" cy="3276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B6DD528-821F-4561-BBDB-602A9C78FA2A}">
      <dsp:nvSpPr>
        <dsp:cNvPr id="0" name=""/>
        <dsp:cNvSpPr/>
      </dsp:nvSpPr>
      <dsp:spPr>
        <a:xfrm>
          <a:off x="352663" y="671742"/>
          <a:ext cx="4937284" cy="3837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18" tIns="0" rIns="186618" bIns="0" numCol="1" spcCol="1270" anchor="ctr" anchorCtr="0">
          <a:noAutofit/>
        </a:bodyPr>
        <a:lstStyle/>
        <a:p>
          <a:pPr marL="0" lvl="0" indent="0" algn="l" defTabSz="577850">
            <a:lnSpc>
              <a:spcPct val="90000"/>
            </a:lnSpc>
            <a:spcBef>
              <a:spcPct val="0"/>
            </a:spcBef>
            <a:spcAft>
              <a:spcPct val="35000"/>
            </a:spcAft>
            <a:buNone/>
          </a:pPr>
          <a:r>
            <a:rPr lang="en-US" sz="1300" kern="1200" dirty="0"/>
            <a:t>Keshav  Neupane </a:t>
          </a:r>
        </a:p>
      </dsp:txBody>
      <dsp:txXfrm>
        <a:off x="371397" y="690476"/>
        <a:ext cx="4899816" cy="346292"/>
      </dsp:txXfrm>
    </dsp:sp>
    <dsp:sp modelId="{3FF75E26-D533-4FC6-8972-08522C694C99}">
      <dsp:nvSpPr>
        <dsp:cNvPr id="0" name=""/>
        <dsp:cNvSpPr/>
      </dsp:nvSpPr>
      <dsp:spPr>
        <a:xfrm>
          <a:off x="0" y="1453303"/>
          <a:ext cx="7053264" cy="3276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824C3F7-ADB4-4ADF-A6F8-1FD9D5A50BA3}">
      <dsp:nvSpPr>
        <dsp:cNvPr id="0" name=""/>
        <dsp:cNvSpPr/>
      </dsp:nvSpPr>
      <dsp:spPr>
        <a:xfrm>
          <a:off x="352663" y="1261423"/>
          <a:ext cx="4937284" cy="3837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18" tIns="0" rIns="186618" bIns="0" numCol="1" spcCol="1270" anchor="ctr" anchorCtr="0">
          <a:noAutofit/>
        </a:bodyPr>
        <a:lstStyle/>
        <a:p>
          <a:pPr marL="0" lvl="0" indent="0" algn="l" defTabSz="577850">
            <a:lnSpc>
              <a:spcPct val="90000"/>
            </a:lnSpc>
            <a:spcBef>
              <a:spcPct val="0"/>
            </a:spcBef>
            <a:spcAft>
              <a:spcPct val="35000"/>
            </a:spcAft>
            <a:buNone/>
          </a:pPr>
          <a:r>
            <a:rPr lang="en-US" sz="1300" kern="1200"/>
            <a:t>Sujita Koju</a:t>
          </a:r>
        </a:p>
      </dsp:txBody>
      <dsp:txXfrm>
        <a:off x="371397" y="1280157"/>
        <a:ext cx="4899816" cy="346292"/>
      </dsp:txXfrm>
    </dsp:sp>
    <dsp:sp modelId="{73C58891-7134-4562-9B22-9F42DD35A765}">
      <dsp:nvSpPr>
        <dsp:cNvPr id="0" name=""/>
        <dsp:cNvSpPr/>
      </dsp:nvSpPr>
      <dsp:spPr>
        <a:xfrm>
          <a:off x="0" y="2042983"/>
          <a:ext cx="7053264" cy="3276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BF46B2E-017F-431E-AA3E-9376D9D7FFF5}">
      <dsp:nvSpPr>
        <dsp:cNvPr id="0" name=""/>
        <dsp:cNvSpPr/>
      </dsp:nvSpPr>
      <dsp:spPr>
        <a:xfrm>
          <a:off x="352663" y="1851103"/>
          <a:ext cx="4937284" cy="3837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18" tIns="0" rIns="186618" bIns="0" numCol="1" spcCol="1270" anchor="ctr" anchorCtr="0">
          <a:noAutofit/>
        </a:bodyPr>
        <a:lstStyle/>
        <a:p>
          <a:pPr marL="0" lvl="0" indent="0" algn="l" defTabSz="577850">
            <a:lnSpc>
              <a:spcPct val="90000"/>
            </a:lnSpc>
            <a:spcBef>
              <a:spcPct val="0"/>
            </a:spcBef>
            <a:spcAft>
              <a:spcPct val="35000"/>
            </a:spcAft>
            <a:buNone/>
          </a:pPr>
          <a:r>
            <a:rPr lang="en-US" sz="1300" kern="1200"/>
            <a:t>Anita Suwal</a:t>
          </a:r>
        </a:p>
      </dsp:txBody>
      <dsp:txXfrm>
        <a:off x="371397" y="1869837"/>
        <a:ext cx="4899816" cy="346292"/>
      </dsp:txXfrm>
    </dsp:sp>
    <dsp:sp modelId="{AA4A842D-198C-4748-B152-2C4A5A146B36}">
      <dsp:nvSpPr>
        <dsp:cNvPr id="0" name=""/>
        <dsp:cNvSpPr/>
      </dsp:nvSpPr>
      <dsp:spPr>
        <a:xfrm>
          <a:off x="0" y="2632663"/>
          <a:ext cx="7053264" cy="3276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F102AD0-5D92-455D-A999-7D0E2BB4310E}">
      <dsp:nvSpPr>
        <dsp:cNvPr id="0" name=""/>
        <dsp:cNvSpPr/>
      </dsp:nvSpPr>
      <dsp:spPr>
        <a:xfrm>
          <a:off x="352663" y="2440783"/>
          <a:ext cx="4937284" cy="3837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18" tIns="0" rIns="186618" bIns="0" numCol="1" spcCol="1270" anchor="ctr" anchorCtr="0">
          <a:noAutofit/>
        </a:bodyPr>
        <a:lstStyle/>
        <a:p>
          <a:pPr marL="0" lvl="0" indent="0" algn="l" defTabSz="577850">
            <a:lnSpc>
              <a:spcPct val="90000"/>
            </a:lnSpc>
            <a:spcBef>
              <a:spcPct val="0"/>
            </a:spcBef>
            <a:spcAft>
              <a:spcPct val="35000"/>
            </a:spcAft>
            <a:buNone/>
          </a:pPr>
          <a:r>
            <a:rPr lang="en-US" sz="1300" kern="1200"/>
            <a:t>Bishal Parajuli</a:t>
          </a:r>
        </a:p>
      </dsp:txBody>
      <dsp:txXfrm>
        <a:off x="371397" y="2459517"/>
        <a:ext cx="4899816"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4FEB3A-4F09-4DF4-B7DA-F5E834CA7EDD}">
      <dsp:nvSpPr>
        <dsp:cNvPr id="0" name=""/>
        <dsp:cNvSpPr/>
      </dsp:nvSpPr>
      <dsp:spPr>
        <a:xfrm>
          <a:off x="1008255" y="271130"/>
          <a:ext cx="989199" cy="9891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11DF5B8-8388-48CE-A979-F0B9B8DBF312}">
      <dsp:nvSpPr>
        <dsp:cNvPr id="0" name=""/>
        <dsp:cNvSpPr/>
      </dsp:nvSpPr>
      <dsp:spPr>
        <a:xfrm>
          <a:off x="403744" y="1562076"/>
          <a:ext cx="219822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This project is about developing the sample website where student, teachers and admin can perform their task.</a:t>
          </a:r>
        </a:p>
      </dsp:txBody>
      <dsp:txXfrm>
        <a:off x="403744" y="1562076"/>
        <a:ext cx="2198220" cy="720000"/>
      </dsp:txXfrm>
    </dsp:sp>
    <dsp:sp modelId="{E7984ECE-6ED3-4145-80E9-E8D08E12FBA6}">
      <dsp:nvSpPr>
        <dsp:cNvPr id="0" name=""/>
        <dsp:cNvSpPr/>
      </dsp:nvSpPr>
      <dsp:spPr>
        <a:xfrm>
          <a:off x="3591164" y="271130"/>
          <a:ext cx="989199" cy="9891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96D5B6-49EA-F346-9CBF-945D293FD0C9}">
      <dsp:nvSpPr>
        <dsp:cNvPr id="0" name=""/>
        <dsp:cNvSpPr/>
      </dsp:nvSpPr>
      <dsp:spPr>
        <a:xfrm>
          <a:off x="2986653" y="1562076"/>
          <a:ext cx="219822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This project is developed by using HTML, CSS &amp; JAVA script and PHP codes.</a:t>
          </a:r>
        </a:p>
      </dsp:txBody>
      <dsp:txXfrm>
        <a:off x="2986653" y="1562076"/>
        <a:ext cx="2198220" cy="720000"/>
      </dsp:txXfrm>
    </dsp:sp>
    <dsp:sp modelId="{6DB3B8C0-77E2-4C95-9024-43DEA50FF461}">
      <dsp:nvSpPr>
        <dsp:cNvPr id="0" name=""/>
        <dsp:cNvSpPr/>
      </dsp:nvSpPr>
      <dsp:spPr>
        <a:xfrm>
          <a:off x="6174073" y="271130"/>
          <a:ext cx="989199" cy="9891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A7D42FF-A064-43B4-AB7A-A718CEF910C6}">
      <dsp:nvSpPr>
        <dsp:cNvPr id="0" name=""/>
        <dsp:cNvSpPr/>
      </dsp:nvSpPr>
      <dsp:spPr>
        <a:xfrm>
          <a:off x="5569562" y="1562076"/>
          <a:ext cx="219822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Databases are added to store the data using PHP </a:t>
          </a:r>
          <a:r>
            <a:rPr lang="en-US" sz="1100" kern="1200" dirty="0" err="1"/>
            <a:t>MyAdmin</a:t>
          </a:r>
          <a:r>
            <a:rPr lang="en-US" sz="1100" kern="1200" dirty="0"/>
            <a:t>.</a:t>
          </a:r>
        </a:p>
      </dsp:txBody>
      <dsp:txXfrm>
        <a:off x="5569562" y="1562076"/>
        <a:ext cx="219822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C66D3-8D91-41FB-8D56-D61B63797E26}">
      <dsp:nvSpPr>
        <dsp:cNvPr id="0" name=""/>
        <dsp:cNvSpPr/>
      </dsp:nvSpPr>
      <dsp:spPr>
        <a:xfrm>
          <a:off x="0" y="275742"/>
          <a:ext cx="7053264" cy="428400"/>
        </a:xfrm>
        <a:prstGeom prst="rect">
          <a:avLst/>
        </a:prstGeom>
        <a:solidFill>
          <a:schemeClr val="lt1">
            <a:alpha val="90000"/>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A3E9B9A-3910-4ED2-B6FE-01D4529EF1B6}">
      <dsp:nvSpPr>
        <dsp:cNvPr id="0" name=""/>
        <dsp:cNvSpPr/>
      </dsp:nvSpPr>
      <dsp:spPr>
        <a:xfrm>
          <a:off x="385319" y="49317"/>
          <a:ext cx="4937284" cy="501840"/>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18" tIns="0" rIns="186618" bIns="0" numCol="1" spcCol="1270" anchor="ctr" anchorCtr="0">
          <a:noAutofit/>
        </a:bodyPr>
        <a:lstStyle/>
        <a:p>
          <a:pPr marL="0" lvl="0" indent="0" algn="l" defTabSz="755650">
            <a:lnSpc>
              <a:spcPct val="90000"/>
            </a:lnSpc>
            <a:spcBef>
              <a:spcPct val="0"/>
            </a:spcBef>
            <a:spcAft>
              <a:spcPct val="35000"/>
            </a:spcAft>
            <a:buNone/>
          </a:pPr>
          <a:r>
            <a:rPr lang="en-US" sz="1700" kern="1200"/>
            <a:t>The function added on the Moodle</a:t>
          </a:r>
        </a:p>
      </dsp:txBody>
      <dsp:txXfrm>
        <a:off x="409817" y="73815"/>
        <a:ext cx="4888288" cy="452844"/>
      </dsp:txXfrm>
    </dsp:sp>
    <dsp:sp modelId="{F72F2E35-867E-4487-A066-C546DDEA333F}">
      <dsp:nvSpPr>
        <dsp:cNvPr id="0" name=""/>
        <dsp:cNvSpPr/>
      </dsp:nvSpPr>
      <dsp:spPr>
        <a:xfrm>
          <a:off x="0" y="1046863"/>
          <a:ext cx="7053264" cy="428400"/>
        </a:xfrm>
        <a:prstGeom prst="rect">
          <a:avLst/>
        </a:prstGeom>
        <a:solidFill>
          <a:schemeClr val="lt1">
            <a:alpha val="90000"/>
            <a:hueOff val="0"/>
            <a:satOff val="0"/>
            <a:lumOff val="0"/>
            <a:alphaOff val="0"/>
          </a:schemeClr>
        </a:solidFill>
        <a:ln w="19050" cap="rnd" cmpd="sng" algn="ctr">
          <a:solidFill>
            <a:schemeClr val="accent5">
              <a:hueOff val="812808"/>
              <a:satOff val="-6481"/>
              <a:lumOff val="-4902"/>
              <a:alphaOff val="0"/>
            </a:schemeClr>
          </a:solidFill>
          <a:prstDash val="solid"/>
        </a:ln>
        <a:effectLst/>
      </dsp:spPr>
      <dsp:style>
        <a:lnRef idx="2">
          <a:scrgbClr r="0" g="0" b="0"/>
        </a:lnRef>
        <a:fillRef idx="1">
          <a:scrgbClr r="0" g="0" b="0"/>
        </a:fillRef>
        <a:effectRef idx="0">
          <a:scrgbClr r="0" g="0" b="0"/>
        </a:effectRef>
        <a:fontRef idx="minor"/>
      </dsp:style>
    </dsp:sp>
    <dsp:sp modelId="{FCF7CA1A-4018-412A-A8F2-BB73CBF9D5DA}">
      <dsp:nvSpPr>
        <dsp:cNvPr id="0" name=""/>
        <dsp:cNvSpPr/>
      </dsp:nvSpPr>
      <dsp:spPr>
        <a:xfrm>
          <a:off x="352663" y="795943"/>
          <a:ext cx="4937284" cy="501840"/>
        </a:xfrm>
        <a:prstGeom prst="roundRect">
          <a:avLst/>
        </a:prstGeom>
        <a:solidFill>
          <a:schemeClr val="accent5">
            <a:hueOff val="812808"/>
            <a:satOff val="-6481"/>
            <a:lumOff val="-490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18" tIns="0" rIns="186618" bIns="0" numCol="1" spcCol="1270" anchor="ctr" anchorCtr="0">
          <a:noAutofit/>
        </a:bodyPr>
        <a:lstStyle/>
        <a:p>
          <a:pPr marL="0" lvl="0" indent="0" algn="l" defTabSz="755650">
            <a:lnSpc>
              <a:spcPct val="90000"/>
            </a:lnSpc>
            <a:spcBef>
              <a:spcPct val="0"/>
            </a:spcBef>
            <a:spcAft>
              <a:spcPct val="35000"/>
            </a:spcAft>
            <a:buNone/>
          </a:pPr>
          <a:r>
            <a:rPr lang="en-US" sz="1700" kern="1200"/>
            <a:t>Registration (User and Admin)</a:t>
          </a:r>
        </a:p>
      </dsp:txBody>
      <dsp:txXfrm>
        <a:off x="377161" y="820441"/>
        <a:ext cx="4888288" cy="452844"/>
      </dsp:txXfrm>
    </dsp:sp>
    <dsp:sp modelId="{2C165D60-BAF8-4152-8F1A-70484873F782}">
      <dsp:nvSpPr>
        <dsp:cNvPr id="0" name=""/>
        <dsp:cNvSpPr/>
      </dsp:nvSpPr>
      <dsp:spPr>
        <a:xfrm>
          <a:off x="0" y="1817983"/>
          <a:ext cx="7053264" cy="428400"/>
        </a:xfrm>
        <a:prstGeom prst="rect">
          <a:avLst/>
        </a:prstGeom>
        <a:solidFill>
          <a:schemeClr val="lt1">
            <a:alpha val="90000"/>
            <a:hueOff val="0"/>
            <a:satOff val="0"/>
            <a:lumOff val="0"/>
            <a:alphaOff val="0"/>
          </a:schemeClr>
        </a:solidFill>
        <a:ln w="19050" cap="rnd" cmpd="sng" algn="ctr">
          <a:solidFill>
            <a:schemeClr val="accent5">
              <a:hueOff val="1625617"/>
              <a:satOff val="-12962"/>
              <a:lumOff val="-9803"/>
              <a:alphaOff val="0"/>
            </a:schemeClr>
          </a:solidFill>
          <a:prstDash val="solid"/>
        </a:ln>
        <a:effectLst/>
      </dsp:spPr>
      <dsp:style>
        <a:lnRef idx="2">
          <a:scrgbClr r="0" g="0" b="0"/>
        </a:lnRef>
        <a:fillRef idx="1">
          <a:scrgbClr r="0" g="0" b="0"/>
        </a:fillRef>
        <a:effectRef idx="0">
          <a:scrgbClr r="0" g="0" b="0"/>
        </a:effectRef>
        <a:fontRef idx="minor"/>
      </dsp:style>
    </dsp:sp>
    <dsp:sp modelId="{ABBD9E8E-01D0-468F-8DD1-3515E4C6ED40}">
      <dsp:nvSpPr>
        <dsp:cNvPr id="0" name=""/>
        <dsp:cNvSpPr/>
      </dsp:nvSpPr>
      <dsp:spPr>
        <a:xfrm>
          <a:off x="352663" y="1567062"/>
          <a:ext cx="4937284" cy="501840"/>
        </a:xfrm>
        <a:prstGeom prst="roundRect">
          <a:avLst/>
        </a:prstGeom>
        <a:solidFill>
          <a:schemeClr val="accent5">
            <a:hueOff val="1625617"/>
            <a:satOff val="-12962"/>
            <a:lumOff val="-980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18" tIns="0" rIns="186618" bIns="0" numCol="1" spcCol="1270" anchor="ctr" anchorCtr="0">
          <a:noAutofit/>
        </a:bodyPr>
        <a:lstStyle/>
        <a:p>
          <a:pPr marL="0" lvl="0" indent="0" algn="l" defTabSz="755650">
            <a:lnSpc>
              <a:spcPct val="90000"/>
            </a:lnSpc>
            <a:spcBef>
              <a:spcPct val="0"/>
            </a:spcBef>
            <a:spcAft>
              <a:spcPct val="35000"/>
            </a:spcAft>
            <a:buNone/>
          </a:pPr>
          <a:r>
            <a:rPr lang="en-US" sz="1700" kern="1200"/>
            <a:t>Login </a:t>
          </a:r>
        </a:p>
      </dsp:txBody>
      <dsp:txXfrm>
        <a:off x="377161" y="1591560"/>
        <a:ext cx="4888288" cy="452844"/>
      </dsp:txXfrm>
    </dsp:sp>
    <dsp:sp modelId="{8F04248F-E000-44DF-9D60-993B06FEE5D2}">
      <dsp:nvSpPr>
        <dsp:cNvPr id="0" name=""/>
        <dsp:cNvSpPr/>
      </dsp:nvSpPr>
      <dsp:spPr>
        <a:xfrm>
          <a:off x="0" y="2589103"/>
          <a:ext cx="7053264" cy="428400"/>
        </a:xfrm>
        <a:prstGeom prst="rect">
          <a:avLst/>
        </a:prstGeom>
        <a:solidFill>
          <a:schemeClr val="lt1">
            <a:alpha val="90000"/>
            <a:hueOff val="0"/>
            <a:satOff val="0"/>
            <a:lumOff val="0"/>
            <a:alphaOff val="0"/>
          </a:schemeClr>
        </a:solidFill>
        <a:ln w="19050" cap="rnd" cmpd="sng" algn="ctr">
          <a:solidFill>
            <a:schemeClr val="accent5">
              <a:hueOff val="2438425"/>
              <a:satOff val="-19443"/>
              <a:lumOff val="-14705"/>
              <a:alphaOff val="0"/>
            </a:schemeClr>
          </a:solidFill>
          <a:prstDash val="solid"/>
        </a:ln>
        <a:effectLst/>
      </dsp:spPr>
      <dsp:style>
        <a:lnRef idx="2">
          <a:scrgbClr r="0" g="0" b="0"/>
        </a:lnRef>
        <a:fillRef idx="1">
          <a:scrgbClr r="0" g="0" b="0"/>
        </a:fillRef>
        <a:effectRef idx="0">
          <a:scrgbClr r="0" g="0" b="0"/>
        </a:effectRef>
        <a:fontRef idx="minor"/>
      </dsp:style>
    </dsp:sp>
    <dsp:sp modelId="{E16CE8F3-975C-4A6A-B268-46C9B7DC86E5}">
      <dsp:nvSpPr>
        <dsp:cNvPr id="0" name=""/>
        <dsp:cNvSpPr/>
      </dsp:nvSpPr>
      <dsp:spPr>
        <a:xfrm>
          <a:off x="352663" y="2338183"/>
          <a:ext cx="4937284" cy="501840"/>
        </a:xfrm>
        <a:prstGeom prst="roundRect">
          <a:avLst/>
        </a:prstGeom>
        <a:solidFill>
          <a:schemeClr val="accent5">
            <a:hueOff val="2438425"/>
            <a:satOff val="-19443"/>
            <a:lumOff val="-1470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18" tIns="0" rIns="186618" bIns="0" numCol="1" spcCol="1270" anchor="ctr" anchorCtr="0">
          <a:noAutofit/>
        </a:bodyPr>
        <a:lstStyle/>
        <a:p>
          <a:pPr marL="0" lvl="0" indent="0" algn="l" defTabSz="755650">
            <a:lnSpc>
              <a:spcPct val="90000"/>
            </a:lnSpc>
            <a:spcBef>
              <a:spcPct val="0"/>
            </a:spcBef>
            <a:spcAft>
              <a:spcPct val="35000"/>
            </a:spcAft>
            <a:buNone/>
          </a:pPr>
          <a:r>
            <a:rPr lang="en-US" sz="1700" kern="1200"/>
            <a:t>Management (Student and Teacher)</a:t>
          </a:r>
        </a:p>
      </dsp:txBody>
      <dsp:txXfrm>
        <a:off x="377161" y="2362681"/>
        <a:ext cx="4888288"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C932E0-EA69-4DFC-B241-7871E9F484A1}">
      <dsp:nvSpPr>
        <dsp:cNvPr id="0" name=""/>
        <dsp:cNvSpPr/>
      </dsp:nvSpPr>
      <dsp:spPr>
        <a:xfrm>
          <a:off x="0" y="334"/>
          <a:ext cx="3841954" cy="58032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1381A8-2C4A-449A-9379-57F83246CF04}">
      <dsp:nvSpPr>
        <dsp:cNvPr id="0" name=""/>
        <dsp:cNvSpPr/>
      </dsp:nvSpPr>
      <dsp:spPr>
        <a:xfrm>
          <a:off x="175547" y="130907"/>
          <a:ext cx="319177" cy="31917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1A9488-48A8-496A-866A-7723C8D6C8B3}">
      <dsp:nvSpPr>
        <dsp:cNvPr id="0" name=""/>
        <dsp:cNvSpPr/>
      </dsp:nvSpPr>
      <dsp:spPr>
        <a:xfrm>
          <a:off x="670273" y="334"/>
          <a:ext cx="3023946" cy="580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418" tIns="61418" rIns="61418" bIns="61418" numCol="1" spcCol="1270" anchor="ctr" anchorCtr="0">
          <a:noAutofit/>
        </a:bodyPr>
        <a:lstStyle/>
        <a:p>
          <a:pPr marL="0" lvl="0" indent="0" algn="l" defTabSz="622300">
            <a:lnSpc>
              <a:spcPct val="100000"/>
            </a:lnSpc>
            <a:spcBef>
              <a:spcPct val="0"/>
            </a:spcBef>
            <a:spcAft>
              <a:spcPct val="35000"/>
            </a:spcAft>
            <a:buNone/>
          </a:pPr>
          <a:r>
            <a:rPr lang="en-US" sz="1400" kern="1200" dirty="0"/>
            <a:t>Admin can upload the document </a:t>
          </a:r>
        </a:p>
      </dsp:txBody>
      <dsp:txXfrm>
        <a:off x="670273" y="334"/>
        <a:ext cx="3023946" cy="580323"/>
      </dsp:txXfrm>
    </dsp:sp>
    <dsp:sp modelId="{01FC4197-A271-416A-8B9A-53AA646EB91F}">
      <dsp:nvSpPr>
        <dsp:cNvPr id="0" name=""/>
        <dsp:cNvSpPr/>
      </dsp:nvSpPr>
      <dsp:spPr>
        <a:xfrm>
          <a:off x="0" y="721342"/>
          <a:ext cx="3841954" cy="58032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94341C-E5FB-4EB3-A943-5CF0BB9E3694}">
      <dsp:nvSpPr>
        <dsp:cNvPr id="0" name=""/>
        <dsp:cNvSpPr/>
      </dsp:nvSpPr>
      <dsp:spPr>
        <a:xfrm>
          <a:off x="175547" y="851915"/>
          <a:ext cx="319177" cy="31917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BD456E-5A94-43FB-8872-C2E964632B77}">
      <dsp:nvSpPr>
        <dsp:cNvPr id="0" name=""/>
        <dsp:cNvSpPr/>
      </dsp:nvSpPr>
      <dsp:spPr>
        <a:xfrm>
          <a:off x="670273" y="721342"/>
          <a:ext cx="3023946" cy="580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418" tIns="61418" rIns="61418" bIns="61418" numCol="1" spcCol="1270" anchor="ctr" anchorCtr="0">
          <a:noAutofit/>
        </a:bodyPr>
        <a:lstStyle/>
        <a:p>
          <a:pPr marL="0" lvl="0" indent="0" algn="l" defTabSz="622300">
            <a:lnSpc>
              <a:spcPct val="100000"/>
            </a:lnSpc>
            <a:spcBef>
              <a:spcPct val="0"/>
            </a:spcBef>
            <a:spcAft>
              <a:spcPct val="35000"/>
            </a:spcAft>
            <a:buNone/>
          </a:pPr>
          <a:r>
            <a:rPr lang="en-US" sz="1400" kern="1200" dirty="0"/>
            <a:t>Admin can check the attendance </a:t>
          </a:r>
        </a:p>
      </dsp:txBody>
      <dsp:txXfrm>
        <a:off x="670273" y="721342"/>
        <a:ext cx="3023946" cy="580323"/>
      </dsp:txXfrm>
    </dsp:sp>
    <dsp:sp modelId="{F844A666-D92E-4718-9954-A89382DD86FF}">
      <dsp:nvSpPr>
        <dsp:cNvPr id="0" name=""/>
        <dsp:cNvSpPr/>
      </dsp:nvSpPr>
      <dsp:spPr>
        <a:xfrm>
          <a:off x="0" y="1442350"/>
          <a:ext cx="3841954" cy="58032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130FEF-1182-4296-9EEE-5D0291297211}">
      <dsp:nvSpPr>
        <dsp:cNvPr id="0" name=""/>
        <dsp:cNvSpPr/>
      </dsp:nvSpPr>
      <dsp:spPr>
        <a:xfrm>
          <a:off x="175547" y="1572923"/>
          <a:ext cx="319177" cy="31917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28FA22-39FF-492B-BEF7-5A4DAEC997F9}">
      <dsp:nvSpPr>
        <dsp:cNvPr id="0" name=""/>
        <dsp:cNvSpPr/>
      </dsp:nvSpPr>
      <dsp:spPr>
        <a:xfrm>
          <a:off x="670273" y="1442350"/>
          <a:ext cx="3023946" cy="580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418" tIns="61418" rIns="61418" bIns="61418" numCol="1" spcCol="1270" anchor="ctr" anchorCtr="0">
          <a:noAutofit/>
        </a:bodyPr>
        <a:lstStyle/>
        <a:p>
          <a:pPr marL="0" lvl="0" indent="0" algn="l" defTabSz="622300">
            <a:lnSpc>
              <a:spcPct val="100000"/>
            </a:lnSpc>
            <a:spcBef>
              <a:spcPct val="0"/>
            </a:spcBef>
            <a:spcAft>
              <a:spcPct val="35000"/>
            </a:spcAft>
            <a:buNone/>
          </a:pPr>
          <a:r>
            <a:rPr lang="en-US" sz="1400" kern="1200" dirty="0"/>
            <a:t>Admin can check if the student has accessed the class or not </a:t>
          </a:r>
        </a:p>
      </dsp:txBody>
      <dsp:txXfrm>
        <a:off x="670273" y="1442350"/>
        <a:ext cx="3023946" cy="580323"/>
      </dsp:txXfrm>
    </dsp:sp>
    <dsp:sp modelId="{1E1B98F6-36AF-47CC-B5A9-F5141BE3A4BC}">
      <dsp:nvSpPr>
        <dsp:cNvPr id="0" name=""/>
        <dsp:cNvSpPr/>
      </dsp:nvSpPr>
      <dsp:spPr>
        <a:xfrm>
          <a:off x="0" y="2163358"/>
          <a:ext cx="3841954" cy="58032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3BEB9D-621C-4526-9DE0-7C73F313D225}">
      <dsp:nvSpPr>
        <dsp:cNvPr id="0" name=""/>
        <dsp:cNvSpPr/>
      </dsp:nvSpPr>
      <dsp:spPr>
        <a:xfrm>
          <a:off x="175547" y="2293931"/>
          <a:ext cx="319177" cy="31917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B9AD4A-8AA1-40FD-A1EE-ECEF225665B1}">
      <dsp:nvSpPr>
        <dsp:cNvPr id="0" name=""/>
        <dsp:cNvSpPr/>
      </dsp:nvSpPr>
      <dsp:spPr>
        <a:xfrm>
          <a:off x="670273" y="2163358"/>
          <a:ext cx="3023946" cy="580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1418" tIns="61418" rIns="61418" bIns="61418" numCol="1" spcCol="1270" anchor="ctr" anchorCtr="0">
          <a:noAutofit/>
        </a:bodyPr>
        <a:lstStyle/>
        <a:p>
          <a:pPr marL="0" lvl="0" indent="0" algn="l" defTabSz="577850">
            <a:lnSpc>
              <a:spcPct val="100000"/>
            </a:lnSpc>
            <a:spcBef>
              <a:spcPct val="0"/>
            </a:spcBef>
            <a:spcAft>
              <a:spcPct val="35000"/>
            </a:spcAft>
            <a:buNone/>
          </a:pPr>
          <a:r>
            <a:rPr lang="en-US" sz="1300" kern="1200" dirty="0"/>
            <a:t>Admin can also upload the puzzles, quizzes and the reference books .</a:t>
          </a:r>
        </a:p>
      </dsp:txBody>
      <dsp:txXfrm>
        <a:off x="670273" y="2163358"/>
        <a:ext cx="3023946" cy="58032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680ADE-1BF3-4FFB-85FC-29CA5BA2E8DA}">
      <dsp:nvSpPr>
        <dsp:cNvPr id="0" name=""/>
        <dsp:cNvSpPr/>
      </dsp:nvSpPr>
      <dsp:spPr>
        <a:xfrm>
          <a:off x="482193" y="78131"/>
          <a:ext cx="598007" cy="5980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5FFE6E-FB4E-4B5E-B6DA-AE2830AF2027}">
      <dsp:nvSpPr>
        <dsp:cNvPr id="0" name=""/>
        <dsp:cNvSpPr/>
      </dsp:nvSpPr>
      <dsp:spPr>
        <a:xfrm>
          <a:off x="116744" y="875629"/>
          <a:ext cx="1328906" cy="53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Student can access the course allocated by the teacher </a:t>
          </a:r>
        </a:p>
      </dsp:txBody>
      <dsp:txXfrm>
        <a:off x="116744" y="875629"/>
        <a:ext cx="1328906" cy="531562"/>
      </dsp:txXfrm>
    </dsp:sp>
    <dsp:sp modelId="{3DBC57E9-7C4F-4707-B8EC-8CACB5E5F1DA}">
      <dsp:nvSpPr>
        <dsp:cNvPr id="0" name=""/>
        <dsp:cNvSpPr/>
      </dsp:nvSpPr>
      <dsp:spPr>
        <a:xfrm>
          <a:off x="2043658" y="78131"/>
          <a:ext cx="598007" cy="5980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0E59BA-15F8-4C00-93B9-46DC1B93A9D2}">
      <dsp:nvSpPr>
        <dsp:cNvPr id="0" name=""/>
        <dsp:cNvSpPr/>
      </dsp:nvSpPr>
      <dsp:spPr>
        <a:xfrm>
          <a:off x="1678209" y="875629"/>
          <a:ext cx="1328906" cy="53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Student can download the files uploaded by the lecturer</a:t>
          </a:r>
        </a:p>
      </dsp:txBody>
      <dsp:txXfrm>
        <a:off x="1678209" y="875629"/>
        <a:ext cx="1328906" cy="531562"/>
      </dsp:txXfrm>
    </dsp:sp>
    <dsp:sp modelId="{1A5B4EF6-774E-4FAF-B1FE-D1D85FEA337B}">
      <dsp:nvSpPr>
        <dsp:cNvPr id="0" name=""/>
        <dsp:cNvSpPr/>
      </dsp:nvSpPr>
      <dsp:spPr>
        <a:xfrm>
          <a:off x="482193" y="1739418"/>
          <a:ext cx="598007" cy="5980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82FC2E-64C3-4F67-AC88-A81BF169DB67}">
      <dsp:nvSpPr>
        <dsp:cNvPr id="0" name=""/>
        <dsp:cNvSpPr/>
      </dsp:nvSpPr>
      <dsp:spPr>
        <a:xfrm>
          <a:off x="116744" y="2536916"/>
          <a:ext cx="1328906" cy="53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Student can mark the attendance online and can submit the assignment </a:t>
          </a:r>
        </a:p>
      </dsp:txBody>
      <dsp:txXfrm>
        <a:off x="116744" y="2536916"/>
        <a:ext cx="1328906" cy="531562"/>
      </dsp:txXfrm>
    </dsp:sp>
    <dsp:sp modelId="{3FAA7561-E902-4A2B-B7F1-DDFE9F1D1830}">
      <dsp:nvSpPr>
        <dsp:cNvPr id="0" name=""/>
        <dsp:cNvSpPr/>
      </dsp:nvSpPr>
      <dsp:spPr>
        <a:xfrm>
          <a:off x="2043658" y="1739418"/>
          <a:ext cx="598007" cy="59800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E38B1B-636C-4A54-B3D2-49E303AA7E96}">
      <dsp:nvSpPr>
        <dsp:cNvPr id="0" name=""/>
        <dsp:cNvSpPr/>
      </dsp:nvSpPr>
      <dsp:spPr>
        <a:xfrm>
          <a:off x="1678209" y="2536916"/>
          <a:ext cx="1328906" cy="53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Student can attempt the quiz as well</a:t>
          </a:r>
        </a:p>
      </dsp:txBody>
      <dsp:txXfrm>
        <a:off x="1678209" y="2536916"/>
        <a:ext cx="1328906" cy="53156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8B65E4-CD0E-44C2-BF95-4E8206A04A26}">
      <dsp:nvSpPr>
        <dsp:cNvPr id="0" name=""/>
        <dsp:cNvSpPr/>
      </dsp:nvSpPr>
      <dsp:spPr>
        <a:xfrm>
          <a:off x="1008255" y="231471"/>
          <a:ext cx="989199" cy="9891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A988895-E659-4603-B2C9-E9A350D3491B}">
      <dsp:nvSpPr>
        <dsp:cNvPr id="0" name=""/>
        <dsp:cNvSpPr/>
      </dsp:nvSpPr>
      <dsp:spPr>
        <a:xfrm>
          <a:off x="403744" y="1534235"/>
          <a:ext cx="219822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t>This project helps us to understand about the HTML, CSS and PHP along with the use of the JAVA script and SQL database.</a:t>
          </a:r>
        </a:p>
      </dsp:txBody>
      <dsp:txXfrm>
        <a:off x="403744" y="1534235"/>
        <a:ext cx="2198220" cy="787500"/>
      </dsp:txXfrm>
    </dsp:sp>
    <dsp:sp modelId="{9D77B21C-9892-4C4C-AA44-1712A8049BF4}">
      <dsp:nvSpPr>
        <dsp:cNvPr id="0" name=""/>
        <dsp:cNvSpPr/>
      </dsp:nvSpPr>
      <dsp:spPr>
        <a:xfrm>
          <a:off x="3591164" y="231471"/>
          <a:ext cx="989199" cy="9891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FB9A730-A9D1-4ADE-947C-81D262066ADC}">
      <dsp:nvSpPr>
        <dsp:cNvPr id="0" name=""/>
        <dsp:cNvSpPr/>
      </dsp:nvSpPr>
      <dsp:spPr>
        <a:xfrm>
          <a:off x="2986653" y="1534235"/>
          <a:ext cx="219822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Creating a small project with greater outcomes and usability.</a:t>
          </a:r>
        </a:p>
      </dsp:txBody>
      <dsp:txXfrm>
        <a:off x="2986653" y="1534235"/>
        <a:ext cx="2198220" cy="787500"/>
      </dsp:txXfrm>
    </dsp:sp>
    <dsp:sp modelId="{26AF47C1-A29E-4C22-AD5E-460C9F2D3A71}">
      <dsp:nvSpPr>
        <dsp:cNvPr id="0" name=""/>
        <dsp:cNvSpPr/>
      </dsp:nvSpPr>
      <dsp:spPr>
        <a:xfrm>
          <a:off x="6174073" y="231471"/>
          <a:ext cx="989199" cy="9891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A9B96D8-045A-4638-82BD-C03C7AB0B299}">
      <dsp:nvSpPr>
        <dsp:cNvPr id="0" name=""/>
        <dsp:cNvSpPr/>
      </dsp:nvSpPr>
      <dsp:spPr>
        <a:xfrm>
          <a:off x="5569562" y="1534235"/>
          <a:ext cx="219822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Facilitates the completion of one or more tasks.</a:t>
          </a:r>
        </a:p>
      </dsp:txBody>
      <dsp:txXfrm>
        <a:off x="5569562" y="1534235"/>
        <a:ext cx="2198220" cy="7875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5/26/22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accent1">
                    <a:lumMod val="60000"/>
                    <a:lumOff val="4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5/26/22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4524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5/26/22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99493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5/26/22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09539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074F12-AA26-4AC8-9962-C36BB8F32554}" type="datetimeFigureOut">
              <a:rPr lang="en-US" smtClean="0"/>
              <a:pPr/>
              <a:t>5/26/22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764234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074F12-AA26-4AC8-9962-C36BB8F32554}" type="datetimeFigureOut">
              <a:rPr lang="en-US" smtClean="0"/>
              <a:pPr/>
              <a:t>5/26/22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31660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3074F12-AA26-4AC8-9962-C36BB8F32554}" type="datetimeFigureOut">
              <a:rPr lang="en-US" smtClean="0"/>
              <a:pPr/>
              <a:t>5/26/22</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548801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3074F12-AA26-4AC8-9962-C36BB8F32554}" type="datetimeFigureOut">
              <a:rPr lang="en-US" smtClean="0"/>
              <a:pPr/>
              <a:t>5/26/22</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72718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2550797"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6"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53074F12-AA26-4AC8-9962-C36BB8F32554}" type="datetimeFigureOut">
              <a:rPr lang="en-US" smtClean="0"/>
              <a:pPr/>
              <a:t>5/26/22</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60466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5/26/22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17662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5/26/22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0295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5/26/22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1660241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0" y="1085850"/>
            <a:ext cx="5999486" cy="1742531"/>
          </a:xfrm>
        </p:spPr>
        <p:txBody>
          <a:bodyPr/>
          <a:lstStyle>
            <a:lvl1pPr>
              <a:defRPr sz="3600"/>
            </a:lvl1pPr>
          </a:lstStyle>
          <a:p>
            <a:r>
              <a:rPr lang="en-US"/>
              <a:t>Click to edit Master title style</a:t>
            </a:r>
            <a:endParaRPr lang="en-US" dirty="0"/>
          </a:p>
        </p:txBody>
      </p:sp>
      <p:sp>
        <p:nvSpPr>
          <p:cNvPr id="14" name="Text Placeholder 3"/>
          <p:cNvSpPr>
            <a:spLocks noGrp="1"/>
          </p:cNvSpPr>
          <p:nvPr>
            <p:ph type="body" sz="half" idx="13"/>
          </p:nvPr>
        </p:nvSpPr>
        <p:spPr>
          <a:xfrm>
            <a:off x="1447800" y="2828380"/>
            <a:ext cx="5459737" cy="256631"/>
          </a:xfrm>
        </p:spPr>
        <p:txBody>
          <a:bodyPr anchor="t">
            <a:normAutofit/>
          </a:bodyPr>
          <a:lstStyle>
            <a:lvl1pPr marL="0" indent="0">
              <a:buNone/>
              <a:defRPr lang="en-US" sz="1050" b="0" i="0" kern="1200" cap="small" dirty="0">
                <a:solidFill>
                  <a:schemeClr val="accent1">
                    <a:lumMod val="60000"/>
                    <a:lumOff val="4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5/26/22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12" name="TextBox 11"/>
          <p:cNvSpPr txBox="1"/>
          <p:nvPr/>
        </p:nvSpPr>
        <p:spPr>
          <a:xfrm>
            <a:off x="673721" y="728440"/>
            <a:ext cx="601434" cy="1500411"/>
          </a:xfrm>
          <a:prstGeom prst="rect">
            <a:avLst/>
          </a:prstGeom>
          <a:noFill/>
        </p:spPr>
        <p:txBody>
          <a:bodyPr wrap="square" rtlCol="0">
            <a:spAutoFit/>
          </a:bodyPr>
          <a:lstStyle/>
          <a:p>
            <a:pPr algn="r"/>
            <a:r>
              <a:rPr lang="en-US" sz="9150" b="0" i="0" dirty="0">
                <a:solidFill>
                  <a:schemeClr val="accent1">
                    <a:lumMod val="60000"/>
                    <a:lumOff val="40000"/>
                  </a:schemeClr>
                </a:solidFill>
                <a:latin typeface="Arial"/>
                <a:ea typeface="+mj-ea"/>
                <a:cs typeface="+mj-cs"/>
              </a:rPr>
              <a:t>“</a:t>
            </a:r>
          </a:p>
        </p:txBody>
      </p:sp>
      <p:sp>
        <p:nvSpPr>
          <p:cNvPr id="11" name="TextBox 10"/>
          <p:cNvSpPr txBox="1"/>
          <p:nvPr/>
        </p:nvSpPr>
        <p:spPr>
          <a:xfrm>
            <a:off x="6997868" y="1960341"/>
            <a:ext cx="601434" cy="1500411"/>
          </a:xfrm>
          <a:prstGeom prst="rect">
            <a:avLst/>
          </a:prstGeom>
          <a:noFill/>
        </p:spPr>
        <p:txBody>
          <a:bodyPr wrap="square" rtlCol="0">
            <a:spAutoFit/>
          </a:bodyPr>
          <a:lstStyle/>
          <a:p>
            <a:pPr algn="r"/>
            <a:r>
              <a:rPr lang="en-US" sz="915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440950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4"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accent1">
                    <a:lumMod val="60000"/>
                    <a:lumOff val="4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5/26/22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008970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3074F12-AA26-4AC8-9962-C36BB8F32554}" type="datetimeFigureOut">
              <a:rPr lang="en-US" smtClean="0"/>
              <a:pPr/>
              <a:t>5/26/22</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383766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3074F12-AA26-4AC8-9962-C36BB8F32554}" type="datetimeFigureOut">
              <a:rPr lang="en-US" smtClean="0"/>
              <a:pPr/>
              <a:t>5/26/22</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60608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5/26/22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628009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5/26/22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EC3B606D-DBB6-C2CC-D596-C33697F3E94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686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002264"/>
            <a:ext cx="3026752" cy="3141236"/>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6456759"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53074F12-AA26-4AC8-9962-C36BB8F32554}" type="datetimeFigureOut">
              <a:rPr lang="en-US" smtClean="0"/>
              <a:pPr/>
              <a:t>5/26/22</a:t>
            </a:fld>
            <a:endParaRPr lang="en-US"/>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B82CCC60-E8CD-4174-8B1A-7DF615B22EEF}" type="slidenum">
              <a:rPr lang="en-US" smtClean="0"/>
              <a:pPr/>
              <a:t>‹#›</a:t>
            </a:fld>
            <a:endParaRPr lang="en-US"/>
          </a:p>
        </p:txBody>
      </p:sp>
      <p:sp>
        <p:nvSpPr>
          <p:cNvPr id="13" name="TextBox 12">
            <a:extLst>
              <a:ext uri="{FF2B5EF4-FFF2-40B4-BE49-F238E27FC236}">
                <a16:creationId xmlns:a16="http://schemas.microsoft.com/office/drawing/2014/main" id="{61916B64-3E15-AE70-B1ED-173E57527131}"/>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576514098"/>
      </p:ext>
    </p:extLst>
  </p:cSld>
  <p:clrMap bg1="dk1" tx1="lt1" bg2="dk2" tx2="lt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Lst>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lumMod val="60000"/>
            <a:lumOff val="4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image" Target="../media/image2.png"/><Relationship Id="rId7" Type="http://schemas.openxmlformats.org/officeDocument/2006/relationships/image" Target="../media/image19.png"/><Relationship Id="rId12"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8.xml"/><Relationship Id="rId6" Type="http://schemas.openxmlformats.org/officeDocument/2006/relationships/image" Target="../media/image5.png"/><Relationship Id="rId11" Type="http://schemas.openxmlformats.org/officeDocument/2006/relationships/diagramColors" Target="../diagrams/colors4.xml"/><Relationship Id="rId5" Type="http://schemas.openxmlformats.org/officeDocument/2006/relationships/image" Target="../media/image4.png"/><Relationship Id="rId10" Type="http://schemas.openxmlformats.org/officeDocument/2006/relationships/diagramQuickStyle" Target="../diagrams/quickStyle4.xml"/><Relationship Id="rId4" Type="http://schemas.openxmlformats.org/officeDocument/2006/relationships/image" Target="../media/image3.png"/><Relationship Id="rId9"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13"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image" Target="../media/image28.png"/><Relationship Id="rId12" Type="http://schemas.openxmlformats.org/officeDocument/2006/relationships/diagramColors" Target="../diagrams/colors5.xml"/><Relationship Id="rId2" Type="http://schemas.openxmlformats.org/officeDocument/2006/relationships/image" Target="../media/image1.jpeg"/><Relationship Id="rId1" Type="http://schemas.openxmlformats.org/officeDocument/2006/relationships/slideLayout" Target="../slideLayouts/slideLayout8.xml"/><Relationship Id="rId6" Type="http://schemas.openxmlformats.org/officeDocument/2006/relationships/image" Target="../media/image5.png"/><Relationship Id="rId11" Type="http://schemas.openxmlformats.org/officeDocument/2006/relationships/diagramQuickStyle" Target="../diagrams/quickStyle5.xml"/><Relationship Id="rId5" Type="http://schemas.openxmlformats.org/officeDocument/2006/relationships/image" Target="../media/image4.png"/><Relationship Id="rId10" Type="http://schemas.openxmlformats.org/officeDocument/2006/relationships/diagramLayout" Target="../diagrams/layout5.xml"/><Relationship Id="rId4" Type="http://schemas.openxmlformats.org/officeDocument/2006/relationships/image" Target="../media/image3.png"/><Relationship Id="rId9" Type="http://schemas.openxmlformats.org/officeDocument/2006/relationships/diagramData" Target="../diagrams/data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5">
            <a:extLst>
              <a:ext uri="{FF2B5EF4-FFF2-40B4-BE49-F238E27FC236}">
                <a16:creationId xmlns:a16="http://schemas.microsoft.com/office/drawing/2014/main" id="{A4322390-8B58-46BE-88EB-D9FD30C08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erson writing on a notepad">
            <a:extLst>
              <a:ext uri="{FF2B5EF4-FFF2-40B4-BE49-F238E27FC236}">
                <a16:creationId xmlns:a16="http://schemas.microsoft.com/office/drawing/2014/main" id="{9A00B290-D62F-C519-AB27-1DCFA4090D17}"/>
              </a:ext>
            </a:extLst>
          </p:cNvPr>
          <p:cNvPicPr>
            <a:picLocks noChangeAspect="1"/>
          </p:cNvPicPr>
          <p:nvPr/>
        </p:nvPicPr>
        <p:blipFill rotWithShape="1">
          <a:blip r:embed="rId2">
            <a:alphaModFix amt="40000"/>
          </a:blip>
          <a:srcRect t="33698" r="9091" b="1777"/>
          <a:stretch/>
        </p:blipFill>
        <p:spPr>
          <a:xfrm>
            <a:off x="20" y="0"/>
            <a:ext cx="9143980" cy="5143490"/>
          </a:xfrm>
          <a:prstGeom prst="rect">
            <a:avLst/>
          </a:prstGeom>
        </p:spPr>
      </p:pic>
      <p:sp>
        <p:nvSpPr>
          <p:cNvPr id="2" name="Title 1"/>
          <p:cNvSpPr>
            <a:spLocks noGrp="1"/>
          </p:cNvSpPr>
          <p:nvPr>
            <p:ph type="ctrTitle"/>
          </p:nvPr>
        </p:nvSpPr>
        <p:spPr>
          <a:xfrm>
            <a:off x="455812" y="857250"/>
            <a:ext cx="6619243" cy="2497185"/>
          </a:xfrm>
        </p:spPr>
        <p:txBody>
          <a:bodyPr>
            <a:normAutofit fontScale="90000"/>
          </a:bodyPr>
          <a:lstStyle/>
          <a:p>
            <a:r>
              <a:rPr lang="en-US" dirty="0">
                <a:solidFill>
                  <a:schemeClr val="tx1"/>
                </a:solidFill>
              </a:rPr>
              <a:t>ITAP 3012 Developing web application</a:t>
            </a:r>
          </a:p>
        </p:txBody>
      </p:sp>
      <p:sp>
        <p:nvSpPr>
          <p:cNvPr id="18" name="Rectangle 17">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Rectangle 2">
            <a:extLst>
              <a:ext uri="{FF2B5EF4-FFF2-40B4-BE49-F238E27FC236}">
                <a16:creationId xmlns:a16="http://schemas.microsoft.com/office/drawing/2014/main" id="{8704111D-1B48-177B-FAA3-0C70E214926B}"/>
              </a:ext>
            </a:extLst>
          </p:cNvPr>
          <p:cNvSpPr/>
          <p:nvPr/>
        </p:nvSpPr>
        <p:spPr>
          <a:xfrm>
            <a:off x="0" y="5273964"/>
            <a:ext cx="7075055" cy="46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1C1BFACD-49F6-0CC5-9EE4-F8B148F03812}"/>
              </a:ext>
            </a:extLst>
          </p:cNvPr>
          <p:cNvSpPr txBox="1">
            <a:spLocks/>
          </p:cNvSpPr>
          <p:nvPr/>
        </p:nvSpPr>
        <p:spPr>
          <a:xfrm>
            <a:off x="3614333" y="3484899"/>
            <a:ext cx="6619243" cy="335438"/>
          </a:xfrm>
          <a:prstGeom prst="rect">
            <a:avLst/>
          </a:prstGeom>
        </p:spPr>
        <p:txBody>
          <a:bodyPr vert="horz" lIns="91440" tIns="45720" rIns="91440" bIns="45720" rtlCol="0" anchor="b">
            <a:normAutofit fontScale="90000"/>
          </a:bodyPr>
          <a:lstStyle>
            <a:lvl1pPr algn="l" defTabSz="342900" rtl="0" eaLnBrk="1" latinLnBrk="0" hangingPunct="1">
              <a:spcBef>
                <a:spcPct val="0"/>
              </a:spcBef>
              <a:buNone/>
              <a:defRPr sz="54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solidFill>
                  <a:schemeClr val="tx1"/>
                </a:solidFill>
                <a:latin typeface="Times New Roman" panose="02020603050405020304" pitchFamily="18" charset="0"/>
                <a:cs typeface="Times New Roman" panose="02020603050405020304" pitchFamily="18" charset="0"/>
              </a:rPr>
              <a:t>Group Presentation</a:t>
            </a:r>
          </a:p>
        </p:txBody>
      </p:sp>
    </p:spTree>
    <p:extLst>
      <p:ext uri="{BB962C8B-B14F-4D97-AF65-F5344CB8AC3E}">
        <p14:creationId xmlns:p14="http://schemas.microsoft.com/office/powerpoint/2010/main" val="363920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4583" y="339538"/>
            <a:ext cx="7053542" cy="638950"/>
          </a:xfrm>
        </p:spPr>
        <p:txBody>
          <a:bodyPr>
            <a:normAutofit/>
          </a:bodyPr>
          <a:lstStyle/>
          <a:p>
            <a:r>
              <a:rPr lang="en-US" dirty="0"/>
              <a:t>Group Members </a:t>
            </a:r>
          </a:p>
        </p:txBody>
      </p:sp>
      <p:graphicFrame>
        <p:nvGraphicFramePr>
          <p:cNvPr id="5" name="Content Placeholder 2">
            <a:extLst>
              <a:ext uri="{FF2B5EF4-FFF2-40B4-BE49-F238E27FC236}">
                <a16:creationId xmlns:a16="http://schemas.microsoft.com/office/drawing/2014/main" id="{ECD9EF86-00AD-CD58-1330-80FA12A8FE47}"/>
              </a:ext>
            </a:extLst>
          </p:cNvPr>
          <p:cNvGraphicFramePr>
            <a:graphicFrameLocks noGrp="1"/>
          </p:cNvGraphicFramePr>
          <p:nvPr>
            <p:ph idx="1"/>
            <p:extLst>
              <p:ext uri="{D42A27DB-BD31-4B8C-83A1-F6EECF244321}">
                <p14:modId xmlns:p14="http://schemas.microsoft.com/office/powerpoint/2010/main" val="2777167296"/>
              </p:ext>
            </p:extLst>
          </p:nvPr>
        </p:nvGraphicFramePr>
        <p:xfrm>
          <a:off x="484583" y="1605063"/>
          <a:ext cx="7053264" cy="30423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5DD10988-BB14-C0D7-B92C-D6E5C167E3D9}"/>
              </a:ext>
            </a:extLst>
          </p:cNvPr>
          <p:cNvSpPr/>
          <p:nvPr/>
        </p:nvSpPr>
        <p:spPr>
          <a:xfrm>
            <a:off x="0" y="5273964"/>
            <a:ext cx="7075055" cy="46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3309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0">
            <a:extLst>
              <a:ext uri="{FF2B5EF4-FFF2-40B4-BE49-F238E27FC236}">
                <a16:creationId xmlns:a16="http://schemas.microsoft.com/office/drawing/2014/main" id="{25482F9D-E110-434E-9B4F-41A3F5CB2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0" name="Freeform 7">
            <a:extLst>
              <a:ext uri="{FF2B5EF4-FFF2-40B4-BE49-F238E27FC236}">
                <a16:creationId xmlns:a16="http://schemas.microsoft.com/office/drawing/2014/main" id="{5779FF2E-BB5C-4805-AAD5-275495A2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4" name="Title 3"/>
          <p:cNvSpPr>
            <a:spLocks noGrp="1"/>
          </p:cNvSpPr>
          <p:nvPr>
            <p:ph type="title"/>
          </p:nvPr>
        </p:nvSpPr>
        <p:spPr>
          <a:xfrm>
            <a:off x="444622" y="383877"/>
            <a:ext cx="6939116" cy="762490"/>
          </a:xfrm>
        </p:spPr>
        <p:txBody>
          <a:bodyPr>
            <a:normAutofit/>
          </a:bodyPr>
          <a:lstStyle/>
          <a:p>
            <a:r>
              <a:rPr lang="en-US" dirty="0">
                <a:solidFill>
                  <a:srgbClr val="EBEBEB"/>
                </a:solidFill>
              </a:rPr>
              <a:t>Introduction to the Project 1</a:t>
            </a:r>
          </a:p>
        </p:txBody>
      </p:sp>
      <p:sp>
        <p:nvSpPr>
          <p:cNvPr id="21" name="Rectangle 14">
            <a:extLst>
              <a:ext uri="{FF2B5EF4-FFF2-40B4-BE49-F238E27FC236}">
                <a16:creationId xmlns:a16="http://schemas.microsoft.com/office/drawing/2014/main" id="{6EB83258-50E7-4A51-8C48-ADA7CD7F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2" name="Freeform: Shape 16">
            <a:extLst>
              <a:ext uri="{FF2B5EF4-FFF2-40B4-BE49-F238E27FC236}">
                <a16:creationId xmlns:a16="http://schemas.microsoft.com/office/drawing/2014/main" id="{A4188960-1398-409C-BA5D-F87CCB743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4312" cy="3821950"/>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sp>
      <p:sp>
        <p:nvSpPr>
          <p:cNvPr id="8" name="Rectangle 7">
            <a:extLst>
              <a:ext uri="{FF2B5EF4-FFF2-40B4-BE49-F238E27FC236}">
                <a16:creationId xmlns:a16="http://schemas.microsoft.com/office/drawing/2014/main" id="{7B485992-EF00-6B79-F525-6E5BC82AD5E9}"/>
              </a:ext>
            </a:extLst>
          </p:cNvPr>
          <p:cNvSpPr/>
          <p:nvPr/>
        </p:nvSpPr>
        <p:spPr>
          <a:xfrm>
            <a:off x="0" y="5273964"/>
            <a:ext cx="7075055" cy="461818"/>
          </a:xfrm>
          <a:prstGeom prst="rect">
            <a:avLst/>
          </a:prstGeom>
          <a:solidFill>
            <a:srgbClr val="ECECE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B80E3CDE-2CA3-0DB2-96BE-3236B4977A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86865" y="2178800"/>
            <a:ext cx="4297729" cy="2203243"/>
          </a:xfrm>
        </p:spPr>
      </p:pic>
      <p:sp>
        <p:nvSpPr>
          <p:cNvPr id="7" name="Rectangle 6">
            <a:extLst>
              <a:ext uri="{FF2B5EF4-FFF2-40B4-BE49-F238E27FC236}">
                <a16:creationId xmlns:a16="http://schemas.microsoft.com/office/drawing/2014/main" id="{05F5A1F6-0E93-6B30-C0C5-1BD24FC44971}"/>
              </a:ext>
            </a:extLst>
          </p:cNvPr>
          <p:cNvSpPr/>
          <p:nvPr/>
        </p:nvSpPr>
        <p:spPr>
          <a:xfrm>
            <a:off x="4286865" y="2178800"/>
            <a:ext cx="4306529" cy="213756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D93D303-B741-2B82-9DCC-D718F30F7C3A}"/>
              </a:ext>
            </a:extLst>
          </p:cNvPr>
          <p:cNvSpPr txBox="1"/>
          <p:nvPr/>
        </p:nvSpPr>
        <p:spPr>
          <a:xfrm>
            <a:off x="550606" y="2309195"/>
            <a:ext cx="3529781" cy="1846659"/>
          </a:xfrm>
          <a:prstGeom prst="rect">
            <a:avLst/>
          </a:prstGeom>
          <a:noFill/>
        </p:spPr>
        <p:txBody>
          <a:bodyPr wrap="square" rtlCol="0">
            <a:spAutoFit/>
          </a:bodyPr>
          <a:lstStyle/>
          <a:p>
            <a:r>
              <a:rPr lang="en-US" dirty="0">
                <a:solidFill>
                  <a:schemeClr val="accent6">
                    <a:lumMod val="75000"/>
                  </a:schemeClr>
                </a:solidFill>
              </a:rPr>
              <a:t>Contents:</a:t>
            </a:r>
          </a:p>
          <a:p>
            <a:pPr marL="285750" indent="-285750">
              <a:buFont typeface="Wingdings" pitchFamily="2" charset="2"/>
              <a:buChar char="v"/>
            </a:pPr>
            <a:r>
              <a:rPr lang="en-US" sz="1600" dirty="0">
                <a:solidFill>
                  <a:schemeClr val="accent6">
                    <a:lumMod val="75000"/>
                  </a:schemeClr>
                </a:solidFill>
              </a:rPr>
              <a:t> Embedded location address</a:t>
            </a:r>
          </a:p>
          <a:p>
            <a:pPr marL="285750" indent="-285750">
              <a:buFont typeface="Wingdings" pitchFamily="2" charset="2"/>
              <a:buChar char="v"/>
            </a:pPr>
            <a:r>
              <a:rPr lang="en-US" sz="1600" dirty="0">
                <a:solidFill>
                  <a:schemeClr val="accent6">
                    <a:lumMod val="75000"/>
                  </a:schemeClr>
                </a:solidFill>
              </a:rPr>
              <a:t>Contact us Form(Irresponsive)</a:t>
            </a:r>
          </a:p>
          <a:p>
            <a:pPr marL="285750" indent="-285750">
              <a:buFont typeface="Wingdings" pitchFamily="2" charset="2"/>
              <a:buChar char="v"/>
            </a:pPr>
            <a:r>
              <a:rPr lang="en-US" sz="1600" dirty="0">
                <a:solidFill>
                  <a:schemeClr val="accent6">
                    <a:lumMod val="75000"/>
                  </a:schemeClr>
                </a:solidFill>
              </a:rPr>
              <a:t>Responsive Nav Bar with respective Page Links.</a:t>
            </a:r>
          </a:p>
          <a:p>
            <a:pPr marL="285750" indent="-285750">
              <a:buFont typeface="Wingdings" pitchFamily="2" charset="2"/>
              <a:buChar char="v"/>
            </a:pPr>
            <a:r>
              <a:rPr lang="en-US" sz="1600" dirty="0">
                <a:solidFill>
                  <a:schemeClr val="accent6">
                    <a:lumMod val="75000"/>
                  </a:schemeClr>
                </a:solidFill>
              </a:rPr>
              <a:t>Home page With the Introduction Video.</a:t>
            </a:r>
          </a:p>
        </p:txBody>
      </p:sp>
      <p:sp>
        <p:nvSpPr>
          <p:cNvPr id="17" name="Rectangle 16">
            <a:extLst>
              <a:ext uri="{FF2B5EF4-FFF2-40B4-BE49-F238E27FC236}">
                <a16:creationId xmlns:a16="http://schemas.microsoft.com/office/drawing/2014/main" id="{FFCA1196-A272-6A7C-9677-D1067B69FA6A}"/>
              </a:ext>
            </a:extLst>
          </p:cNvPr>
          <p:cNvSpPr/>
          <p:nvPr/>
        </p:nvSpPr>
        <p:spPr>
          <a:xfrm>
            <a:off x="378541" y="2104101"/>
            <a:ext cx="3701845" cy="24285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9400960"/>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0">
            <a:extLst>
              <a:ext uri="{FF2B5EF4-FFF2-40B4-BE49-F238E27FC236}">
                <a16:creationId xmlns:a16="http://schemas.microsoft.com/office/drawing/2014/main" id="{25482F9D-E110-434E-9B4F-41A3F5CB2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0" name="Freeform 7">
            <a:extLst>
              <a:ext uri="{FF2B5EF4-FFF2-40B4-BE49-F238E27FC236}">
                <a16:creationId xmlns:a16="http://schemas.microsoft.com/office/drawing/2014/main" id="{5779FF2E-BB5C-4805-AAD5-275495A2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4" name="Title 3"/>
          <p:cNvSpPr>
            <a:spLocks noGrp="1"/>
          </p:cNvSpPr>
          <p:nvPr>
            <p:ph type="title"/>
          </p:nvPr>
        </p:nvSpPr>
        <p:spPr>
          <a:xfrm>
            <a:off x="444622" y="383877"/>
            <a:ext cx="6939116" cy="762490"/>
          </a:xfrm>
        </p:spPr>
        <p:txBody>
          <a:bodyPr>
            <a:normAutofit/>
          </a:bodyPr>
          <a:lstStyle/>
          <a:p>
            <a:r>
              <a:rPr lang="en-US" dirty="0">
                <a:solidFill>
                  <a:srgbClr val="EBEBEB"/>
                </a:solidFill>
              </a:rPr>
              <a:t>Introduction to the Project 2</a:t>
            </a:r>
          </a:p>
        </p:txBody>
      </p:sp>
      <p:sp>
        <p:nvSpPr>
          <p:cNvPr id="21" name="Rectangle 14">
            <a:extLst>
              <a:ext uri="{FF2B5EF4-FFF2-40B4-BE49-F238E27FC236}">
                <a16:creationId xmlns:a16="http://schemas.microsoft.com/office/drawing/2014/main" id="{6EB83258-50E7-4A51-8C48-ADA7CD7F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2" name="Freeform: Shape 16">
            <a:extLst>
              <a:ext uri="{FF2B5EF4-FFF2-40B4-BE49-F238E27FC236}">
                <a16:creationId xmlns:a16="http://schemas.microsoft.com/office/drawing/2014/main" id="{A4188960-1398-409C-BA5D-F87CCB743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4312" cy="3821950"/>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sp>
      <p:graphicFrame>
        <p:nvGraphicFramePr>
          <p:cNvPr id="23" name="Content Placeholder 4">
            <a:extLst>
              <a:ext uri="{FF2B5EF4-FFF2-40B4-BE49-F238E27FC236}">
                <a16:creationId xmlns:a16="http://schemas.microsoft.com/office/drawing/2014/main" id="{D2B69F87-6300-80EE-6F1F-F729D8A1A6FB}"/>
              </a:ext>
            </a:extLst>
          </p:cNvPr>
          <p:cNvGraphicFramePr>
            <a:graphicFrameLocks noGrp="1"/>
          </p:cNvGraphicFramePr>
          <p:nvPr>
            <p:ph idx="1"/>
            <p:extLst>
              <p:ext uri="{D42A27DB-BD31-4B8C-83A1-F6EECF244321}">
                <p14:modId xmlns:p14="http://schemas.microsoft.com/office/powerpoint/2010/main" val="2419562942"/>
              </p:ext>
            </p:extLst>
          </p:nvPr>
        </p:nvGraphicFramePr>
        <p:xfrm>
          <a:off x="486697" y="2107692"/>
          <a:ext cx="8171528" cy="25532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7">
            <a:extLst>
              <a:ext uri="{FF2B5EF4-FFF2-40B4-BE49-F238E27FC236}">
                <a16:creationId xmlns:a16="http://schemas.microsoft.com/office/drawing/2014/main" id="{7B485992-EF00-6B79-F525-6E5BC82AD5E9}"/>
              </a:ext>
            </a:extLst>
          </p:cNvPr>
          <p:cNvSpPr/>
          <p:nvPr/>
        </p:nvSpPr>
        <p:spPr>
          <a:xfrm>
            <a:off x="0" y="5273964"/>
            <a:ext cx="7075055" cy="461818"/>
          </a:xfrm>
          <a:prstGeom prst="rect">
            <a:avLst/>
          </a:prstGeom>
          <a:solidFill>
            <a:srgbClr val="ECECE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1633878"/>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44BA0-7EC9-AF94-1C42-18FD54E787DE}"/>
              </a:ext>
            </a:extLst>
          </p:cNvPr>
          <p:cNvSpPr>
            <a:spLocks noGrp="1"/>
          </p:cNvSpPr>
          <p:nvPr>
            <p:ph type="title"/>
          </p:nvPr>
        </p:nvSpPr>
        <p:spPr>
          <a:xfrm>
            <a:off x="484583" y="339538"/>
            <a:ext cx="7053542" cy="1050398"/>
          </a:xfrm>
        </p:spPr>
        <p:txBody>
          <a:bodyPr>
            <a:normAutofit/>
          </a:bodyPr>
          <a:lstStyle/>
          <a:p>
            <a:r>
              <a:rPr lang="en-US"/>
              <a:t>More about project</a:t>
            </a:r>
            <a:endParaRPr lang="en-AU"/>
          </a:p>
        </p:txBody>
      </p:sp>
      <p:graphicFrame>
        <p:nvGraphicFramePr>
          <p:cNvPr id="5" name="Content Placeholder 2">
            <a:extLst>
              <a:ext uri="{FF2B5EF4-FFF2-40B4-BE49-F238E27FC236}">
                <a16:creationId xmlns:a16="http://schemas.microsoft.com/office/drawing/2014/main" id="{445010AF-F302-F1AD-4188-F6E17A6B0159}"/>
              </a:ext>
            </a:extLst>
          </p:cNvPr>
          <p:cNvGraphicFramePr>
            <a:graphicFrameLocks noGrp="1"/>
          </p:cNvGraphicFramePr>
          <p:nvPr>
            <p:ph idx="1"/>
            <p:extLst>
              <p:ext uri="{D42A27DB-BD31-4B8C-83A1-F6EECF244321}">
                <p14:modId xmlns:p14="http://schemas.microsoft.com/office/powerpoint/2010/main" val="3898448754"/>
              </p:ext>
            </p:extLst>
          </p:nvPr>
        </p:nvGraphicFramePr>
        <p:xfrm>
          <a:off x="484583" y="1605063"/>
          <a:ext cx="7053264" cy="30423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3EA5D7E0-5793-3D4C-F456-8AE5392B6A23}"/>
              </a:ext>
            </a:extLst>
          </p:cNvPr>
          <p:cNvSpPr/>
          <p:nvPr/>
        </p:nvSpPr>
        <p:spPr>
          <a:xfrm>
            <a:off x="0" y="5273964"/>
            <a:ext cx="7075055" cy="46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7243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C9134821-5D8B-4373-BA74-CFE9AB35A5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002263"/>
            <a:ext cx="3026751" cy="3141237"/>
          </a:xfrm>
          <a:prstGeom prst="rect">
            <a:avLst/>
          </a:prstGeom>
        </p:spPr>
      </p:pic>
      <p:pic>
        <p:nvPicPr>
          <p:cNvPr id="43" name="Picture 42">
            <a:extLst>
              <a:ext uri="{FF2B5EF4-FFF2-40B4-BE49-F238E27FC236}">
                <a16:creationId xmlns:a16="http://schemas.microsoft.com/office/drawing/2014/main" id="{5965195F-79F5-4911-907D-13CB3F5343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45" name="Oval 44">
            <a:extLst>
              <a:ext uri="{FF2B5EF4-FFF2-40B4-BE49-F238E27FC236}">
                <a16:creationId xmlns:a16="http://schemas.microsoft.com/office/drawing/2014/main" id="{8A610DC7-FE1B-47B9-8452-CFC389786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47" name="Picture 46">
            <a:extLst>
              <a:ext uri="{FF2B5EF4-FFF2-40B4-BE49-F238E27FC236}">
                <a16:creationId xmlns:a16="http://schemas.microsoft.com/office/drawing/2014/main" id="{2742ADC1-2286-40B7-A3C6-D6C3362FA0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49" name="Picture 48">
            <a:extLst>
              <a:ext uri="{FF2B5EF4-FFF2-40B4-BE49-F238E27FC236}">
                <a16:creationId xmlns:a16="http://schemas.microsoft.com/office/drawing/2014/main" id="{C878FBDC-78F2-4D49-8DB3-1A48CA9F7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6759" y="4572000"/>
            <a:ext cx="745300" cy="571500"/>
          </a:xfrm>
          <a:prstGeom prst="rect">
            <a:avLst/>
          </a:prstGeom>
        </p:spPr>
      </p:pic>
      <p:sp>
        <p:nvSpPr>
          <p:cNvPr id="51" name="Rectangle 50">
            <a:extLst>
              <a:ext uri="{FF2B5EF4-FFF2-40B4-BE49-F238E27FC236}">
                <a16:creationId xmlns:a16="http://schemas.microsoft.com/office/drawing/2014/main" id="{DC9A0934-0C2C-4565-9290-A345B19BD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3" name="Freeform 7">
            <a:extLst>
              <a:ext uri="{FF2B5EF4-FFF2-40B4-BE49-F238E27FC236}">
                <a16:creationId xmlns:a16="http://schemas.microsoft.com/office/drawing/2014/main" id="{119388EF-16AD-4007-9187-44574DDDE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31BF0406-BFAE-AA72-D520-323E9AFF4D41}"/>
              </a:ext>
            </a:extLst>
          </p:cNvPr>
          <p:cNvSpPr>
            <a:spLocks noGrp="1"/>
          </p:cNvSpPr>
          <p:nvPr>
            <p:ph type="title"/>
          </p:nvPr>
        </p:nvSpPr>
        <p:spPr>
          <a:xfrm>
            <a:off x="486697" y="471950"/>
            <a:ext cx="6939116" cy="762490"/>
          </a:xfrm>
        </p:spPr>
        <p:txBody>
          <a:bodyPr vert="horz" lIns="91440" tIns="45720" rIns="91440" bIns="45720" rtlCol="0" anchor="t">
            <a:normAutofit/>
          </a:bodyPr>
          <a:lstStyle/>
          <a:p>
            <a:pPr defTabSz="457200"/>
            <a:r>
              <a:rPr lang="en-US" sz="4200"/>
              <a:t>Registration Page</a:t>
            </a:r>
          </a:p>
        </p:txBody>
      </p:sp>
      <p:sp>
        <p:nvSpPr>
          <p:cNvPr id="55" name="Rectangle 54">
            <a:extLst>
              <a:ext uri="{FF2B5EF4-FFF2-40B4-BE49-F238E27FC236}">
                <a16:creationId xmlns:a16="http://schemas.microsoft.com/office/drawing/2014/main" id="{2499B0BB-6CF4-4169-A017-72E278687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43223"/>
            <a:ext cx="9144313" cy="220027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
            <a:extLst>
              <a:ext uri="{FF2B5EF4-FFF2-40B4-BE49-F238E27FC236}">
                <a16:creationId xmlns:a16="http://schemas.microsoft.com/office/drawing/2014/main" id="{814559DA-E155-4929-880D-F82FEEA742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3772" cy="2101850"/>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pic>
        <p:nvPicPr>
          <p:cNvPr id="8" name="Content Placeholder 7">
            <a:extLst>
              <a:ext uri="{FF2B5EF4-FFF2-40B4-BE49-F238E27FC236}">
                <a16:creationId xmlns:a16="http://schemas.microsoft.com/office/drawing/2014/main" id="{EC332627-4212-47B2-E235-BB1F15CE35E2}"/>
              </a:ext>
            </a:extLst>
          </p:cNvPr>
          <p:cNvPicPr>
            <a:picLocks noGrp="1" noChangeAspect="1"/>
          </p:cNvPicPr>
          <p:nvPr>
            <p:ph idx="1"/>
          </p:nvPr>
        </p:nvPicPr>
        <p:blipFill>
          <a:blip r:embed="rId7"/>
          <a:stretch>
            <a:fillRect/>
          </a:stretch>
        </p:blipFill>
        <p:spPr>
          <a:xfrm>
            <a:off x="490113" y="2011853"/>
            <a:ext cx="4088720" cy="2545227"/>
          </a:xfrm>
          <a:prstGeom prst="rect">
            <a:avLst/>
          </a:prstGeom>
          <a:solidFill>
            <a:srgbClr val="FFFFFF">
              <a:shade val="85000"/>
            </a:srgbClr>
          </a:solidFill>
          <a:effectLst/>
        </p:spPr>
      </p:pic>
      <p:sp>
        <p:nvSpPr>
          <p:cNvPr id="13" name="Text Placeholder 3">
            <a:extLst>
              <a:ext uri="{FF2B5EF4-FFF2-40B4-BE49-F238E27FC236}">
                <a16:creationId xmlns:a16="http://schemas.microsoft.com/office/drawing/2014/main" id="{2FE71FA2-68BB-4F6A-5183-A505CEBBEBEE}"/>
              </a:ext>
            </a:extLst>
          </p:cNvPr>
          <p:cNvSpPr>
            <a:spLocks noGrp="1"/>
          </p:cNvSpPr>
          <p:nvPr>
            <p:ph type="body" sz="half" idx="2"/>
          </p:nvPr>
        </p:nvSpPr>
        <p:spPr>
          <a:xfrm>
            <a:off x="4815816" y="1911210"/>
            <a:ext cx="3841955" cy="2744017"/>
          </a:xfrm>
        </p:spPr>
        <p:style>
          <a:lnRef idx="0">
            <a:scrgbClr r="0" g="0" b="0"/>
          </a:lnRef>
          <a:fillRef idx="0">
            <a:scrgbClr r="0" g="0" b="0"/>
          </a:fillRef>
          <a:effectRef idx="0">
            <a:scrgbClr r="0" g="0" b="0"/>
          </a:effectRef>
          <a:fontRef idx="minor">
            <a:schemeClr val="dk1"/>
          </a:fontRef>
        </p:style>
        <p:txBody>
          <a:bodyPr vert="horz" lIns="91440" tIns="45720" rIns="91440" bIns="45720" rtlCol="0">
            <a:noAutofit/>
          </a:bodyPr>
          <a:lstStyle/>
          <a:p>
            <a:pPr marL="285750" indent="-285750" algn="just" defTabSz="457200">
              <a:spcBef>
                <a:spcPts val="1000"/>
              </a:spcBef>
              <a:buFont typeface="Wingdings 3" charset="2"/>
              <a:buChar char=""/>
            </a:pPr>
            <a:r>
              <a:rPr lang="en-US" sz="1600" dirty="0">
                <a:ln w="0"/>
                <a:solidFill>
                  <a:schemeClr val="accent1"/>
                </a:solidFill>
                <a:effectLst>
                  <a:outerShdw blurRad="38100" dist="25400" dir="5400000" algn="ctr" rotWithShape="0">
                    <a:srgbClr val="6E747A">
                      <a:alpha val="43000"/>
                    </a:srgbClr>
                  </a:outerShdw>
                </a:effectLst>
                <a:latin typeface="+mj-lt"/>
                <a:ea typeface="+mj-ea"/>
                <a:cs typeface="+mj-cs"/>
              </a:rPr>
              <a:t>This is the main registration  page of the website . With this page one can create their account as an admin or user</a:t>
            </a:r>
          </a:p>
          <a:p>
            <a:pPr marL="285750" indent="-285750" defTabSz="457200">
              <a:spcBef>
                <a:spcPts val="1000"/>
              </a:spcBef>
              <a:buFont typeface="Wingdings 3" charset="2"/>
              <a:buChar char=""/>
            </a:pPr>
            <a:endParaRPr lang="en-US" sz="1600" dirty="0">
              <a:ln w="0"/>
              <a:solidFill>
                <a:schemeClr val="accent1"/>
              </a:solidFill>
              <a:effectLst>
                <a:outerShdw blurRad="38100" dist="25400" dir="5400000" algn="ctr" rotWithShape="0">
                  <a:srgbClr val="6E747A">
                    <a:alpha val="43000"/>
                  </a:srgbClr>
                </a:outerShdw>
              </a:effectLst>
              <a:latin typeface="+mj-lt"/>
              <a:ea typeface="+mj-ea"/>
              <a:cs typeface="+mj-cs"/>
            </a:endParaRPr>
          </a:p>
          <a:p>
            <a:pPr marL="285750" indent="-285750" algn="just" defTabSz="457200">
              <a:spcBef>
                <a:spcPts val="1000"/>
              </a:spcBef>
              <a:buFont typeface="Wingdings 3" charset="2"/>
              <a:buChar char=""/>
            </a:pPr>
            <a:r>
              <a:rPr lang="en-US" sz="1600" dirty="0">
                <a:ln w="0"/>
                <a:solidFill>
                  <a:schemeClr val="accent1"/>
                </a:solidFill>
                <a:effectLst>
                  <a:outerShdw blurRad="38100" dist="25400" dir="5400000" algn="ctr" rotWithShape="0">
                    <a:srgbClr val="6E747A">
                      <a:alpha val="43000"/>
                    </a:srgbClr>
                  </a:outerShdw>
                </a:effectLst>
                <a:latin typeface="+mj-lt"/>
                <a:ea typeface="+mj-ea"/>
                <a:cs typeface="+mj-cs"/>
              </a:rPr>
              <a:t>As an Admin or a lecturer can allocate the courses to the specific student and  the user or student can login from their account and can access the courses.</a:t>
            </a:r>
          </a:p>
        </p:txBody>
      </p:sp>
      <p:sp>
        <p:nvSpPr>
          <p:cNvPr id="14" name="Rectangle 13">
            <a:extLst>
              <a:ext uri="{FF2B5EF4-FFF2-40B4-BE49-F238E27FC236}">
                <a16:creationId xmlns:a16="http://schemas.microsoft.com/office/drawing/2014/main" id="{1FF91FCD-9F58-5B7F-0417-B8D39E65C552}"/>
              </a:ext>
            </a:extLst>
          </p:cNvPr>
          <p:cNvSpPr/>
          <p:nvPr/>
        </p:nvSpPr>
        <p:spPr>
          <a:xfrm>
            <a:off x="0" y="5273964"/>
            <a:ext cx="7075055" cy="46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9770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C9134821-5D8B-4373-BA74-CFE9AB35A5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002263"/>
            <a:ext cx="3026751" cy="3141237"/>
          </a:xfrm>
          <a:prstGeom prst="rect">
            <a:avLst/>
          </a:prstGeom>
        </p:spPr>
      </p:pic>
      <p:pic>
        <p:nvPicPr>
          <p:cNvPr id="43" name="Picture 42">
            <a:extLst>
              <a:ext uri="{FF2B5EF4-FFF2-40B4-BE49-F238E27FC236}">
                <a16:creationId xmlns:a16="http://schemas.microsoft.com/office/drawing/2014/main" id="{5965195F-79F5-4911-907D-13CB3F5343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45" name="Oval 44">
            <a:extLst>
              <a:ext uri="{FF2B5EF4-FFF2-40B4-BE49-F238E27FC236}">
                <a16:creationId xmlns:a16="http://schemas.microsoft.com/office/drawing/2014/main" id="{8A610DC7-FE1B-47B9-8452-CFC389786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47" name="Picture 46">
            <a:extLst>
              <a:ext uri="{FF2B5EF4-FFF2-40B4-BE49-F238E27FC236}">
                <a16:creationId xmlns:a16="http://schemas.microsoft.com/office/drawing/2014/main" id="{2742ADC1-2286-40B7-A3C6-D6C3362FA0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49" name="Picture 48">
            <a:extLst>
              <a:ext uri="{FF2B5EF4-FFF2-40B4-BE49-F238E27FC236}">
                <a16:creationId xmlns:a16="http://schemas.microsoft.com/office/drawing/2014/main" id="{C878FBDC-78F2-4D49-8DB3-1A48CA9F7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6759" y="4572000"/>
            <a:ext cx="745300" cy="571500"/>
          </a:xfrm>
          <a:prstGeom prst="rect">
            <a:avLst/>
          </a:prstGeom>
        </p:spPr>
      </p:pic>
      <p:sp>
        <p:nvSpPr>
          <p:cNvPr id="51" name="Rectangle 50">
            <a:extLst>
              <a:ext uri="{FF2B5EF4-FFF2-40B4-BE49-F238E27FC236}">
                <a16:creationId xmlns:a16="http://schemas.microsoft.com/office/drawing/2014/main" id="{DC9A0934-0C2C-4565-9290-A345B19BD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3" name="Freeform 7">
            <a:extLst>
              <a:ext uri="{FF2B5EF4-FFF2-40B4-BE49-F238E27FC236}">
                <a16:creationId xmlns:a16="http://schemas.microsoft.com/office/drawing/2014/main" id="{119388EF-16AD-4007-9187-44574DDDE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31BF0406-BFAE-AA72-D520-323E9AFF4D41}"/>
              </a:ext>
            </a:extLst>
          </p:cNvPr>
          <p:cNvSpPr>
            <a:spLocks noGrp="1"/>
          </p:cNvSpPr>
          <p:nvPr>
            <p:ph type="title"/>
          </p:nvPr>
        </p:nvSpPr>
        <p:spPr>
          <a:xfrm>
            <a:off x="576113" y="458346"/>
            <a:ext cx="6939116" cy="762490"/>
          </a:xfrm>
        </p:spPr>
        <p:txBody>
          <a:bodyPr vert="horz" lIns="91440" tIns="45720" rIns="91440" bIns="45720" rtlCol="0" anchor="t">
            <a:normAutofit/>
          </a:bodyPr>
          <a:lstStyle/>
          <a:p>
            <a:pPr defTabSz="457200"/>
            <a:r>
              <a:rPr lang="en-US" sz="4200" dirty="0"/>
              <a:t>Login Page</a:t>
            </a:r>
          </a:p>
        </p:txBody>
      </p:sp>
      <p:sp>
        <p:nvSpPr>
          <p:cNvPr id="55" name="Rectangle 54">
            <a:extLst>
              <a:ext uri="{FF2B5EF4-FFF2-40B4-BE49-F238E27FC236}">
                <a16:creationId xmlns:a16="http://schemas.microsoft.com/office/drawing/2014/main" id="{2499B0BB-6CF4-4169-A017-72E278687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43223"/>
            <a:ext cx="9144313" cy="220027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
            <a:extLst>
              <a:ext uri="{FF2B5EF4-FFF2-40B4-BE49-F238E27FC236}">
                <a16:creationId xmlns:a16="http://schemas.microsoft.com/office/drawing/2014/main" id="{814559DA-E155-4929-880D-F82FEEA742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3772" cy="2101850"/>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pic>
        <p:nvPicPr>
          <p:cNvPr id="8" name="Content Placeholder 7">
            <a:extLst>
              <a:ext uri="{FF2B5EF4-FFF2-40B4-BE49-F238E27FC236}">
                <a16:creationId xmlns:a16="http://schemas.microsoft.com/office/drawing/2014/main" id="{EC332627-4212-47B2-E235-BB1F15CE35E2}"/>
              </a:ext>
            </a:extLst>
          </p:cNvPr>
          <p:cNvPicPr>
            <a:picLocks noGrp="1" noChangeAspect="1"/>
          </p:cNvPicPr>
          <p:nvPr>
            <p:ph idx="1"/>
          </p:nvPr>
        </p:nvPicPr>
        <p:blipFill>
          <a:blip r:embed="rId7">
            <a:extLst>
              <a:ext uri="{28A0092B-C50C-407E-A947-70E740481C1C}">
                <a14:useLocalDpi xmlns:a14="http://schemas.microsoft.com/office/drawing/2010/main" val="0"/>
              </a:ext>
            </a:extLst>
          </a:blip>
          <a:srcRect/>
          <a:stretch/>
        </p:blipFill>
        <p:spPr>
          <a:xfrm>
            <a:off x="675992" y="2011853"/>
            <a:ext cx="3716962" cy="2545227"/>
          </a:xfrm>
          <a:prstGeom prst="rect">
            <a:avLst/>
          </a:prstGeom>
          <a:solidFill>
            <a:srgbClr val="FFFFFF">
              <a:shade val="85000"/>
            </a:srgbClr>
          </a:solidFill>
          <a:effectLst/>
        </p:spPr>
      </p:pic>
      <p:sp>
        <p:nvSpPr>
          <p:cNvPr id="13" name="Text Placeholder 3">
            <a:extLst>
              <a:ext uri="{FF2B5EF4-FFF2-40B4-BE49-F238E27FC236}">
                <a16:creationId xmlns:a16="http://schemas.microsoft.com/office/drawing/2014/main" id="{2FE71FA2-68BB-4F6A-5183-A505CEBBEBEE}"/>
              </a:ext>
            </a:extLst>
          </p:cNvPr>
          <p:cNvSpPr>
            <a:spLocks noGrp="1"/>
          </p:cNvSpPr>
          <p:nvPr>
            <p:ph type="body" sz="half" idx="2"/>
          </p:nvPr>
        </p:nvSpPr>
        <p:spPr>
          <a:xfrm>
            <a:off x="4815816" y="1970202"/>
            <a:ext cx="3841955" cy="2645870"/>
          </a:xfrm>
        </p:spPr>
        <p:style>
          <a:lnRef idx="0">
            <a:scrgbClr r="0" g="0" b="0"/>
          </a:lnRef>
          <a:fillRef idx="0">
            <a:scrgbClr r="0" g="0" b="0"/>
          </a:fillRef>
          <a:effectRef idx="0">
            <a:scrgbClr r="0" g="0" b="0"/>
          </a:effectRef>
          <a:fontRef idx="minor">
            <a:schemeClr val="dk1"/>
          </a:fontRef>
        </p:style>
        <p:txBody>
          <a:bodyPr vert="horz" lIns="91440" tIns="45720" rIns="91440" bIns="45720" rtlCol="0">
            <a:noAutofit/>
          </a:bodyPr>
          <a:lstStyle/>
          <a:p>
            <a:pPr marL="285750" indent="-285750" algn="just" defTabSz="457200">
              <a:spcBef>
                <a:spcPts val="1000"/>
              </a:spcBef>
              <a:buFont typeface="Wingdings 3" charset="2"/>
              <a:buChar char=""/>
            </a:pPr>
            <a:r>
              <a:rPr lang="en-US" sz="1600" dirty="0">
                <a:ln w="0"/>
                <a:solidFill>
                  <a:schemeClr val="accent1"/>
                </a:solidFill>
                <a:effectLst>
                  <a:outerShdw blurRad="38100" dist="25400" dir="5400000" algn="ctr" rotWithShape="0">
                    <a:srgbClr val="6E747A">
                      <a:alpha val="43000"/>
                    </a:srgbClr>
                  </a:outerShdw>
                </a:effectLst>
                <a:latin typeface="+mj-lt"/>
                <a:ea typeface="+mj-ea"/>
                <a:cs typeface="+mj-cs"/>
              </a:rPr>
              <a:t>This is the main Login form of the website . With this page individual can access their account portal as an admin or user.</a:t>
            </a:r>
          </a:p>
          <a:p>
            <a:pPr marL="285750" indent="-285750" algn="just" defTabSz="457200">
              <a:spcBef>
                <a:spcPts val="1000"/>
              </a:spcBef>
              <a:buFont typeface="Wingdings 3" charset="2"/>
              <a:buChar char=""/>
            </a:pPr>
            <a:r>
              <a:rPr lang="en-US" sz="1600" dirty="0">
                <a:ln w="0"/>
                <a:solidFill>
                  <a:schemeClr val="accent1"/>
                </a:solidFill>
                <a:effectLst>
                  <a:outerShdw blurRad="38100" dist="25400" dir="5400000" algn="ctr" rotWithShape="0">
                    <a:srgbClr val="6E747A">
                      <a:alpha val="43000"/>
                    </a:srgbClr>
                  </a:outerShdw>
                </a:effectLst>
                <a:latin typeface="+mj-lt"/>
                <a:ea typeface="+mj-ea"/>
                <a:cs typeface="+mj-cs"/>
              </a:rPr>
              <a:t>If they don’t have any account registered on the database, they need to register their ID. </a:t>
            </a:r>
          </a:p>
          <a:p>
            <a:pPr marL="285750" indent="-285750" algn="just" defTabSz="457200">
              <a:spcBef>
                <a:spcPts val="1000"/>
              </a:spcBef>
              <a:buFont typeface="Wingdings 3" charset="2"/>
              <a:buChar char=""/>
            </a:pPr>
            <a:r>
              <a:rPr lang="en-US" sz="1600" dirty="0">
                <a:ln w="0"/>
                <a:solidFill>
                  <a:schemeClr val="accent1"/>
                </a:solidFill>
                <a:effectLst>
                  <a:outerShdw blurRad="38100" dist="25400" dir="5400000" algn="ctr" rotWithShape="0">
                    <a:srgbClr val="6E747A">
                      <a:alpha val="43000"/>
                    </a:srgbClr>
                  </a:outerShdw>
                </a:effectLst>
                <a:latin typeface="+mj-lt"/>
                <a:ea typeface="+mj-ea"/>
                <a:cs typeface="+mj-cs"/>
              </a:rPr>
              <a:t>Validation check is applied on Email with the error message.</a:t>
            </a:r>
          </a:p>
        </p:txBody>
      </p:sp>
      <p:sp>
        <p:nvSpPr>
          <p:cNvPr id="14" name="Rectangle 13">
            <a:extLst>
              <a:ext uri="{FF2B5EF4-FFF2-40B4-BE49-F238E27FC236}">
                <a16:creationId xmlns:a16="http://schemas.microsoft.com/office/drawing/2014/main" id="{1FF91FCD-9F58-5B7F-0417-B8D39E65C552}"/>
              </a:ext>
            </a:extLst>
          </p:cNvPr>
          <p:cNvSpPr/>
          <p:nvPr/>
        </p:nvSpPr>
        <p:spPr>
          <a:xfrm>
            <a:off x="0" y="5273964"/>
            <a:ext cx="7075055" cy="46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9023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C9134821-5D8B-4373-BA74-CFE9AB35A5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002263"/>
            <a:ext cx="3026751" cy="3141237"/>
          </a:xfrm>
          <a:prstGeom prst="rect">
            <a:avLst/>
          </a:prstGeom>
        </p:spPr>
      </p:pic>
      <p:pic>
        <p:nvPicPr>
          <p:cNvPr id="36" name="Picture 35">
            <a:extLst>
              <a:ext uri="{FF2B5EF4-FFF2-40B4-BE49-F238E27FC236}">
                <a16:creationId xmlns:a16="http://schemas.microsoft.com/office/drawing/2014/main" id="{5965195F-79F5-4911-907D-13CB3F5343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38" name="Oval 37">
            <a:extLst>
              <a:ext uri="{FF2B5EF4-FFF2-40B4-BE49-F238E27FC236}">
                <a16:creationId xmlns:a16="http://schemas.microsoft.com/office/drawing/2014/main" id="{8A610DC7-FE1B-47B9-8452-CFC389786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40" name="Picture 39">
            <a:extLst>
              <a:ext uri="{FF2B5EF4-FFF2-40B4-BE49-F238E27FC236}">
                <a16:creationId xmlns:a16="http://schemas.microsoft.com/office/drawing/2014/main" id="{2742ADC1-2286-40B7-A3C6-D6C3362FA0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42" name="Picture 41">
            <a:extLst>
              <a:ext uri="{FF2B5EF4-FFF2-40B4-BE49-F238E27FC236}">
                <a16:creationId xmlns:a16="http://schemas.microsoft.com/office/drawing/2014/main" id="{C878FBDC-78F2-4D49-8DB3-1A48CA9F7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6759" y="4572000"/>
            <a:ext cx="745300" cy="571500"/>
          </a:xfrm>
          <a:prstGeom prst="rect">
            <a:avLst/>
          </a:prstGeom>
        </p:spPr>
      </p:pic>
      <p:sp>
        <p:nvSpPr>
          <p:cNvPr id="44" name="Rectangle 43">
            <a:extLst>
              <a:ext uri="{FF2B5EF4-FFF2-40B4-BE49-F238E27FC236}">
                <a16:creationId xmlns:a16="http://schemas.microsoft.com/office/drawing/2014/main" id="{DC9A0934-0C2C-4565-9290-A345B19BD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6" name="Freeform 7">
            <a:extLst>
              <a:ext uri="{FF2B5EF4-FFF2-40B4-BE49-F238E27FC236}">
                <a16:creationId xmlns:a16="http://schemas.microsoft.com/office/drawing/2014/main" id="{119388EF-16AD-4007-9187-44574DDDE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9AB14AA-1BDB-A3AF-5D78-5D879EEEA1F6}"/>
              </a:ext>
            </a:extLst>
          </p:cNvPr>
          <p:cNvSpPr>
            <a:spLocks noGrp="1"/>
          </p:cNvSpPr>
          <p:nvPr>
            <p:ph type="title"/>
          </p:nvPr>
        </p:nvSpPr>
        <p:spPr>
          <a:xfrm>
            <a:off x="486697" y="471950"/>
            <a:ext cx="6939116" cy="762490"/>
          </a:xfrm>
        </p:spPr>
        <p:txBody>
          <a:bodyPr vert="horz" lIns="91440" tIns="45720" rIns="91440" bIns="45720" rtlCol="0" anchor="t">
            <a:normAutofit/>
          </a:bodyPr>
          <a:lstStyle/>
          <a:p>
            <a:pPr defTabSz="457200"/>
            <a:r>
              <a:rPr lang="en-US" sz="4200" dirty="0"/>
              <a:t>Management System</a:t>
            </a:r>
          </a:p>
        </p:txBody>
      </p:sp>
      <p:sp>
        <p:nvSpPr>
          <p:cNvPr id="48" name="Rectangle 47">
            <a:extLst>
              <a:ext uri="{FF2B5EF4-FFF2-40B4-BE49-F238E27FC236}">
                <a16:creationId xmlns:a16="http://schemas.microsoft.com/office/drawing/2014/main" id="{2499B0BB-6CF4-4169-A017-72E278687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43223"/>
            <a:ext cx="9144313" cy="220027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5">
            <a:extLst>
              <a:ext uri="{FF2B5EF4-FFF2-40B4-BE49-F238E27FC236}">
                <a16:creationId xmlns:a16="http://schemas.microsoft.com/office/drawing/2014/main" id="{814559DA-E155-4929-880D-F82FEEA742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3772" cy="2101850"/>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pic>
        <p:nvPicPr>
          <p:cNvPr id="6" name="Content Placeholder 5">
            <a:extLst>
              <a:ext uri="{FF2B5EF4-FFF2-40B4-BE49-F238E27FC236}">
                <a16:creationId xmlns:a16="http://schemas.microsoft.com/office/drawing/2014/main" id="{E884EEEF-18D3-092E-8FD0-FB8F46DB015A}"/>
              </a:ext>
            </a:extLst>
          </p:cNvPr>
          <p:cNvPicPr>
            <a:picLocks noGrp="1" noChangeAspect="1"/>
          </p:cNvPicPr>
          <p:nvPr>
            <p:ph idx="1"/>
          </p:nvPr>
        </p:nvPicPr>
        <p:blipFill>
          <a:blip r:embed="rId7"/>
          <a:stretch>
            <a:fillRect/>
          </a:stretch>
        </p:blipFill>
        <p:spPr>
          <a:xfrm>
            <a:off x="570904" y="2099925"/>
            <a:ext cx="4088720" cy="1686596"/>
          </a:xfrm>
          <a:prstGeom prst="rect">
            <a:avLst/>
          </a:prstGeom>
          <a:solidFill>
            <a:srgbClr val="FFFFFF">
              <a:shade val="85000"/>
            </a:srgbClr>
          </a:solidFill>
          <a:effectLst/>
        </p:spPr>
      </p:pic>
      <p:sp>
        <p:nvSpPr>
          <p:cNvPr id="4" name="Text Placeholder 3">
            <a:extLst>
              <a:ext uri="{FF2B5EF4-FFF2-40B4-BE49-F238E27FC236}">
                <a16:creationId xmlns:a16="http://schemas.microsoft.com/office/drawing/2014/main" id="{563CAFFE-C272-FABF-D07B-495E2E1B0680}"/>
              </a:ext>
            </a:extLst>
          </p:cNvPr>
          <p:cNvSpPr>
            <a:spLocks noGrp="1"/>
          </p:cNvSpPr>
          <p:nvPr>
            <p:ph type="body" sz="half" idx="2"/>
          </p:nvPr>
        </p:nvSpPr>
        <p:spPr>
          <a:xfrm>
            <a:off x="4815816" y="1911210"/>
            <a:ext cx="3841955" cy="2744017"/>
          </a:xfrm>
        </p:spPr>
        <p:txBody>
          <a:bodyPr vert="horz" lIns="91440" tIns="45720" rIns="91440" bIns="45720" rtlCol="0">
            <a:normAutofit/>
          </a:bodyPr>
          <a:lstStyle/>
          <a:p>
            <a:pPr defTabSz="457200">
              <a:spcBef>
                <a:spcPts val="1000"/>
              </a:spcBef>
              <a:buFont typeface="Wingdings 3" charset="2"/>
              <a:buChar char=""/>
            </a:pPr>
            <a:r>
              <a:rPr lang="en-US" sz="1600" b="1" dirty="0">
                <a:ln w="0"/>
                <a:solidFill>
                  <a:schemeClr val="accent1"/>
                </a:solidFill>
                <a:effectLst>
                  <a:outerShdw blurRad="38100" dist="25400" dir="5400000" algn="ctr" rotWithShape="0">
                    <a:srgbClr val="6E747A">
                      <a:alpha val="43000"/>
                    </a:srgbClr>
                  </a:outerShdw>
                </a:effectLst>
              </a:rPr>
              <a:t> Adding courses</a:t>
            </a:r>
          </a:p>
          <a:p>
            <a:pPr algn="just" defTabSz="457200">
              <a:spcBef>
                <a:spcPts val="1000"/>
              </a:spcBef>
            </a:pPr>
            <a:r>
              <a:rPr lang="en-US" sz="1600" dirty="0">
                <a:ln w="0"/>
                <a:solidFill>
                  <a:schemeClr val="accent1"/>
                </a:solidFill>
                <a:effectLst>
                  <a:outerShdw blurRad="38100" dist="25400" dir="5400000" algn="ctr" rotWithShape="0">
                    <a:srgbClr val="6E747A">
                      <a:alpha val="43000"/>
                    </a:srgbClr>
                  </a:outerShdw>
                </a:effectLst>
              </a:rPr>
              <a:t>Admin can add the course and upload the file and assigned the specific students in a created course. Any changes made to the student’s course can be accessed by the students in their LMS.</a:t>
            </a:r>
          </a:p>
        </p:txBody>
      </p:sp>
      <p:sp>
        <p:nvSpPr>
          <p:cNvPr id="14" name="Rectangle 13">
            <a:extLst>
              <a:ext uri="{FF2B5EF4-FFF2-40B4-BE49-F238E27FC236}">
                <a16:creationId xmlns:a16="http://schemas.microsoft.com/office/drawing/2014/main" id="{2104E68B-353F-0F8E-7571-67E919263B8E}"/>
              </a:ext>
            </a:extLst>
          </p:cNvPr>
          <p:cNvSpPr/>
          <p:nvPr/>
        </p:nvSpPr>
        <p:spPr>
          <a:xfrm>
            <a:off x="0" y="5273964"/>
            <a:ext cx="7075055" cy="46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9175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pic>
        <p:nvPicPr>
          <p:cNvPr id="55" name="Picture 54">
            <a:extLst>
              <a:ext uri="{FF2B5EF4-FFF2-40B4-BE49-F238E27FC236}">
                <a16:creationId xmlns:a16="http://schemas.microsoft.com/office/drawing/2014/main" id="{C9134821-5D8B-4373-BA74-CFE9AB35A5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002263"/>
            <a:ext cx="3026751" cy="3141237"/>
          </a:xfrm>
          <a:prstGeom prst="rect">
            <a:avLst/>
          </a:prstGeom>
        </p:spPr>
      </p:pic>
      <p:pic>
        <p:nvPicPr>
          <p:cNvPr id="57" name="Picture 56">
            <a:extLst>
              <a:ext uri="{FF2B5EF4-FFF2-40B4-BE49-F238E27FC236}">
                <a16:creationId xmlns:a16="http://schemas.microsoft.com/office/drawing/2014/main" id="{5965195F-79F5-4911-907D-13CB3F5343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59" name="Oval 58">
            <a:extLst>
              <a:ext uri="{FF2B5EF4-FFF2-40B4-BE49-F238E27FC236}">
                <a16:creationId xmlns:a16="http://schemas.microsoft.com/office/drawing/2014/main" id="{8A610DC7-FE1B-47B9-8452-CFC389786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61" name="Picture 60">
            <a:extLst>
              <a:ext uri="{FF2B5EF4-FFF2-40B4-BE49-F238E27FC236}">
                <a16:creationId xmlns:a16="http://schemas.microsoft.com/office/drawing/2014/main" id="{2742ADC1-2286-40B7-A3C6-D6C3362FA0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63" name="Picture 62">
            <a:extLst>
              <a:ext uri="{FF2B5EF4-FFF2-40B4-BE49-F238E27FC236}">
                <a16:creationId xmlns:a16="http://schemas.microsoft.com/office/drawing/2014/main" id="{C878FBDC-78F2-4D49-8DB3-1A48CA9F7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6759" y="4572000"/>
            <a:ext cx="745300" cy="571500"/>
          </a:xfrm>
          <a:prstGeom prst="rect">
            <a:avLst/>
          </a:prstGeom>
        </p:spPr>
      </p:pic>
      <p:sp>
        <p:nvSpPr>
          <p:cNvPr id="65" name="Rectangle 64">
            <a:extLst>
              <a:ext uri="{FF2B5EF4-FFF2-40B4-BE49-F238E27FC236}">
                <a16:creationId xmlns:a16="http://schemas.microsoft.com/office/drawing/2014/main" id="{DC9A0934-0C2C-4565-9290-A345B19BD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7" name="Freeform 7">
            <a:extLst>
              <a:ext uri="{FF2B5EF4-FFF2-40B4-BE49-F238E27FC236}">
                <a16:creationId xmlns:a16="http://schemas.microsoft.com/office/drawing/2014/main" id="{119388EF-16AD-4007-9187-44574DDDE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96BF135-CDA8-4C3C-D5E3-5DE8C4BA51A1}"/>
              </a:ext>
            </a:extLst>
          </p:cNvPr>
          <p:cNvSpPr>
            <a:spLocks noGrp="1"/>
          </p:cNvSpPr>
          <p:nvPr>
            <p:ph type="title"/>
          </p:nvPr>
        </p:nvSpPr>
        <p:spPr>
          <a:xfrm>
            <a:off x="486697" y="471950"/>
            <a:ext cx="6939116" cy="762490"/>
          </a:xfrm>
        </p:spPr>
        <p:txBody>
          <a:bodyPr vert="horz" lIns="91440" tIns="45720" rIns="91440" bIns="45720" rtlCol="0" anchor="t">
            <a:normAutofit/>
          </a:bodyPr>
          <a:lstStyle/>
          <a:p>
            <a:pPr defTabSz="457200"/>
            <a:r>
              <a:rPr lang="en-US" sz="4200"/>
              <a:t>Cont.…</a:t>
            </a:r>
          </a:p>
        </p:txBody>
      </p:sp>
      <p:sp>
        <p:nvSpPr>
          <p:cNvPr id="69" name="Rectangle 68">
            <a:extLst>
              <a:ext uri="{FF2B5EF4-FFF2-40B4-BE49-F238E27FC236}">
                <a16:creationId xmlns:a16="http://schemas.microsoft.com/office/drawing/2014/main" id="{2499B0BB-6CF4-4169-A017-72E278687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43223"/>
            <a:ext cx="9144313" cy="220027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5">
            <a:extLst>
              <a:ext uri="{FF2B5EF4-FFF2-40B4-BE49-F238E27FC236}">
                <a16:creationId xmlns:a16="http://schemas.microsoft.com/office/drawing/2014/main" id="{814559DA-E155-4929-880D-F82FEEA742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3772" cy="2101850"/>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pic>
        <p:nvPicPr>
          <p:cNvPr id="6" name="Content Placeholder 5" descr="Graphical user interface, text, application, Teams&#10;&#10;Description automatically generated">
            <a:extLst>
              <a:ext uri="{FF2B5EF4-FFF2-40B4-BE49-F238E27FC236}">
                <a16:creationId xmlns:a16="http://schemas.microsoft.com/office/drawing/2014/main" id="{1EC1D85A-6D29-E34D-B8C2-3AC7B569FEB8}"/>
              </a:ext>
            </a:extLst>
          </p:cNvPr>
          <p:cNvPicPr>
            <a:picLocks noGrp="1" noChangeAspect="1"/>
          </p:cNvPicPr>
          <p:nvPr>
            <p:ph idx="1"/>
          </p:nvPr>
        </p:nvPicPr>
        <p:blipFill>
          <a:blip r:embed="rId7"/>
          <a:stretch>
            <a:fillRect/>
          </a:stretch>
        </p:blipFill>
        <p:spPr>
          <a:xfrm>
            <a:off x="490113" y="2430946"/>
            <a:ext cx="4088720" cy="1707041"/>
          </a:xfrm>
          <a:prstGeom prst="rect">
            <a:avLst/>
          </a:prstGeom>
          <a:solidFill>
            <a:srgbClr val="FFFFFF">
              <a:shade val="85000"/>
            </a:srgbClr>
          </a:solidFill>
          <a:effectLst/>
        </p:spPr>
      </p:pic>
      <p:sp>
        <p:nvSpPr>
          <p:cNvPr id="4" name="Text Placeholder 3">
            <a:extLst>
              <a:ext uri="{FF2B5EF4-FFF2-40B4-BE49-F238E27FC236}">
                <a16:creationId xmlns:a16="http://schemas.microsoft.com/office/drawing/2014/main" id="{39A0EAC1-6524-9750-86CF-ECC7DAF25DC2}"/>
              </a:ext>
            </a:extLst>
          </p:cNvPr>
          <p:cNvSpPr>
            <a:spLocks noGrp="1"/>
          </p:cNvSpPr>
          <p:nvPr>
            <p:ph type="body" sz="half" idx="2"/>
          </p:nvPr>
        </p:nvSpPr>
        <p:spPr>
          <a:xfrm>
            <a:off x="4815816" y="1911210"/>
            <a:ext cx="3841955" cy="2744017"/>
          </a:xfrm>
        </p:spPr>
        <p:txBody>
          <a:bodyPr vert="horz" lIns="91440" tIns="45720" rIns="91440" bIns="45720" rtlCol="0">
            <a:normAutofit/>
          </a:bodyPr>
          <a:lstStyle/>
          <a:p>
            <a:pPr algn="just" defTabSz="457200">
              <a:spcBef>
                <a:spcPts val="1000"/>
              </a:spcBef>
              <a:buFont typeface="Wingdings 3" charset="2"/>
              <a:buChar char=""/>
            </a:pPr>
            <a:r>
              <a:rPr lang="en-US" sz="1600" dirty="0">
                <a:ln w="0"/>
                <a:solidFill>
                  <a:schemeClr val="accent1"/>
                </a:solidFill>
                <a:effectLst>
                  <a:outerShdw blurRad="38100" dist="25400" dir="5400000" algn="ctr" rotWithShape="0">
                    <a:srgbClr val="6E747A">
                      <a:alpha val="43000"/>
                    </a:srgbClr>
                  </a:outerShdw>
                </a:effectLst>
              </a:rPr>
              <a:t>Admin can successfully create the course. Admin can also add students to the course created. System will look for the students registered in database and admin need to select which Unit can be excess by the selected students. </a:t>
            </a:r>
          </a:p>
        </p:txBody>
      </p:sp>
      <p:sp>
        <p:nvSpPr>
          <p:cNvPr id="14" name="Rectangle 13">
            <a:extLst>
              <a:ext uri="{FF2B5EF4-FFF2-40B4-BE49-F238E27FC236}">
                <a16:creationId xmlns:a16="http://schemas.microsoft.com/office/drawing/2014/main" id="{4B2A28A5-9ED0-0E9A-88F8-53B0B870D8AA}"/>
              </a:ext>
            </a:extLst>
          </p:cNvPr>
          <p:cNvSpPr/>
          <p:nvPr/>
        </p:nvSpPr>
        <p:spPr>
          <a:xfrm>
            <a:off x="0" y="5244887"/>
            <a:ext cx="7075055" cy="46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0663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pic>
        <p:nvPicPr>
          <p:cNvPr id="57" name="Picture 56">
            <a:extLst>
              <a:ext uri="{FF2B5EF4-FFF2-40B4-BE49-F238E27FC236}">
                <a16:creationId xmlns:a16="http://schemas.microsoft.com/office/drawing/2014/main" id="{C9134821-5D8B-4373-BA74-CFE9AB35A5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002263"/>
            <a:ext cx="3026751" cy="3141237"/>
          </a:xfrm>
          <a:prstGeom prst="rect">
            <a:avLst/>
          </a:prstGeom>
        </p:spPr>
      </p:pic>
      <p:pic>
        <p:nvPicPr>
          <p:cNvPr id="59" name="Picture 58">
            <a:extLst>
              <a:ext uri="{FF2B5EF4-FFF2-40B4-BE49-F238E27FC236}">
                <a16:creationId xmlns:a16="http://schemas.microsoft.com/office/drawing/2014/main" id="{5965195F-79F5-4911-907D-13CB3F5343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61" name="Oval 60">
            <a:extLst>
              <a:ext uri="{FF2B5EF4-FFF2-40B4-BE49-F238E27FC236}">
                <a16:creationId xmlns:a16="http://schemas.microsoft.com/office/drawing/2014/main" id="{8A610DC7-FE1B-47B9-8452-CFC389786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63" name="Picture 62">
            <a:extLst>
              <a:ext uri="{FF2B5EF4-FFF2-40B4-BE49-F238E27FC236}">
                <a16:creationId xmlns:a16="http://schemas.microsoft.com/office/drawing/2014/main" id="{2742ADC1-2286-40B7-A3C6-D6C3362FA0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65" name="Picture 64">
            <a:extLst>
              <a:ext uri="{FF2B5EF4-FFF2-40B4-BE49-F238E27FC236}">
                <a16:creationId xmlns:a16="http://schemas.microsoft.com/office/drawing/2014/main" id="{C878FBDC-78F2-4D49-8DB3-1A48CA9F7F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6759" y="4572000"/>
            <a:ext cx="745300" cy="571500"/>
          </a:xfrm>
          <a:prstGeom prst="rect">
            <a:avLst/>
          </a:prstGeom>
        </p:spPr>
      </p:pic>
      <p:sp>
        <p:nvSpPr>
          <p:cNvPr id="67" name="Rectangle 66">
            <a:extLst>
              <a:ext uri="{FF2B5EF4-FFF2-40B4-BE49-F238E27FC236}">
                <a16:creationId xmlns:a16="http://schemas.microsoft.com/office/drawing/2014/main" id="{DC9A0934-0C2C-4565-9290-A345B19BD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9" name="Freeform 7">
            <a:extLst>
              <a:ext uri="{FF2B5EF4-FFF2-40B4-BE49-F238E27FC236}">
                <a16:creationId xmlns:a16="http://schemas.microsoft.com/office/drawing/2014/main" id="{32454A55-8D0E-4288-BA8C-0F28467A20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F46B53D-3819-3DBA-FB42-6E32E7AF7F06}"/>
              </a:ext>
            </a:extLst>
          </p:cNvPr>
          <p:cNvSpPr>
            <a:spLocks noGrp="1"/>
          </p:cNvSpPr>
          <p:nvPr>
            <p:ph type="title"/>
          </p:nvPr>
        </p:nvSpPr>
        <p:spPr>
          <a:xfrm>
            <a:off x="486697" y="471950"/>
            <a:ext cx="6939116" cy="762490"/>
          </a:xfrm>
        </p:spPr>
        <p:txBody>
          <a:bodyPr vert="horz" lIns="91440" tIns="45720" rIns="91440" bIns="45720" rtlCol="0" anchor="t">
            <a:normAutofit/>
          </a:bodyPr>
          <a:lstStyle/>
          <a:p>
            <a:pPr defTabSz="457200"/>
            <a:r>
              <a:rPr lang="en-US" sz="4200"/>
              <a:t>Admins Action (Lecturer)</a:t>
            </a:r>
          </a:p>
        </p:txBody>
      </p:sp>
      <p:sp>
        <p:nvSpPr>
          <p:cNvPr id="71" name="Rectangle 70">
            <a:extLst>
              <a:ext uri="{FF2B5EF4-FFF2-40B4-BE49-F238E27FC236}">
                <a16:creationId xmlns:a16="http://schemas.microsoft.com/office/drawing/2014/main" id="{42BF945A-4452-4881-AF25-582DE1943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43223"/>
            <a:ext cx="9144313" cy="220027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5">
            <a:extLst>
              <a:ext uri="{FF2B5EF4-FFF2-40B4-BE49-F238E27FC236}">
                <a16:creationId xmlns:a16="http://schemas.microsoft.com/office/drawing/2014/main" id="{7BF02DAB-EEF0-487F-A106-B70843EA6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3772" cy="2101850"/>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pic>
        <p:nvPicPr>
          <p:cNvPr id="6" name="Content Placeholder 5">
            <a:extLst>
              <a:ext uri="{FF2B5EF4-FFF2-40B4-BE49-F238E27FC236}">
                <a16:creationId xmlns:a16="http://schemas.microsoft.com/office/drawing/2014/main" id="{D9989D98-0309-4F2C-656A-E0C02EB092D9}"/>
              </a:ext>
            </a:extLst>
          </p:cNvPr>
          <p:cNvPicPr>
            <a:picLocks noGrp="1" noChangeAspect="1"/>
          </p:cNvPicPr>
          <p:nvPr>
            <p:ph idx="1"/>
          </p:nvPr>
        </p:nvPicPr>
        <p:blipFill>
          <a:blip r:embed="rId7"/>
          <a:stretch>
            <a:fillRect/>
          </a:stretch>
        </p:blipFill>
        <p:spPr>
          <a:xfrm>
            <a:off x="4568937" y="2323618"/>
            <a:ext cx="4088720" cy="1921697"/>
          </a:xfrm>
          <a:prstGeom prst="rect">
            <a:avLst/>
          </a:prstGeom>
          <a:solidFill>
            <a:srgbClr val="FFFFFF">
              <a:shade val="85000"/>
            </a:srgbClr>
          </a:solidFill>
          <a:effectLst/>
        </p:spPr>
      </p:pic>
      <p:graphicFrame>
        <p:nvGraphicFramePr>
          <p:cNvPr id="77" name="Text Placeholder 3">
            <a:extLst>
              <a:ext uri="{FF2B5EF4-FFF2-40B4-BE49-F238E27FC236}">
                <a16:creationId xmlns:a16="http://schemas.microsoft.com/office/drawing/2014/main" id="{76407361-CD8D-2B87-41D2-D26D37677096}"/>
              </a:ext>
            </a:extLst>
          </p:cNvPr>
          <p:cNvGraphicFramePr/>
          <p:nvPr>
            <p:extLst>
              <p:ext uri="{D42A27DB-BD31-4B8C-83A1-F6EECF244321}">
                <p14:modId xmlns:p14="http://schemas.microsoft.com/office/powerpoint/2010/main" val="2832326824"/>
              </p:ext>
            </p:extLst>
          </p:nvPr>
        </p:nvGraphicFramePr>
        <p:xfrm>
          <a:off x="486698" y="1911210"/>
          <a:ext cx="3841954" cy="274401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4" name="Rectangle 13">
            <a:extLst>
              <a:ext uri="{FF2B5EF4-FFF2-40B4-BE49-F238E27FC236}">
                <a16:creationId xmlns:a16="http://schemas.microsoft.com/office/drawing/2014/main" id="{AEB3D3AE-EC38-C9DD-D7ED-57D40A9EE65B}"/>
              </a:ext>
            </a:extLst>
          </p:cNvPr>
          <p:cNvSpPr/>
          <p:nvPr/>
        </p:nvSpPr>
        <p:spPr>
          <a:xfrm>
            <a:off x="0" y="5273964"/>
            <a:ext cx="7075055" cy="46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369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03C1FDD-3EB9-4E32-AAFF-F0872E904A7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002263"/>
            <a:ext cx="3026751" cy="3141237"/>
          </a:xfrm>
          <a:prstGeom prst="rect">
            <a:avLst/>
          </a:prstGeom>
        </p:spPr>
      </p:pic>
      <p:pic>
        <p:nvPicPr>
          <p:cNvPr id="15" name="Picture 14">
            <a:extLst>
              <a:ext uri="{FF2B5EF4-FFF2-40B4-BE49-F238E27FC236}">
                <a16:creationId xmlns:a16="http://schemas.microsoft.com/office/drawing/2014/main" id="{B0C4B3D9-75AB-4AAB-B53A-4232B752D2F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7" name="Oval 16">
            <a:extLst>
              <a:ext uri="{FF2B5EF4-FFF2-40B4-BE49-F238E27FC236}">
                <a16:creationId xmlns:a16="http://schemas.microsoft.com/office/drawing/2014/main" id="{1D73A963-D417-4FD9-851E-5E323F67D1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9" name="Picture 18">
            <a:extLst>
              <a:ext uri="{FF2B5EF4-FFF2-40B4-BE49-F238E27FC236}">
                <a16:creationId xmlns:a16="http://schemas.microsoft.com/office/drawing/2014/main" id="{72E40AAF-9C56-4002-B55E-6A25581486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21" name="Picture 20">
            <a:extLst>
              <a:ext uri="{FF2B5EF4-FFF2-40B4-BE49-F238E27FC236}">
                <a16:creationId xmlns:a16="http://schemas.microsoft.com/office/drawing/2014/main" id="{CF4F217F-0736-44C0-9047-DD52FCA2F2A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6759" y="4572000"/>
            <a:ext cx="745300" cy="571500"/>
          </a:xfrm>
          <a:prstGeom prst="rect">
            <a:avLst/>
          </a:prstGeom>
        </p:spPr>
      </p:pic>
      <p:sp>
        <p:nvSpPr>
          <p:cNvPr id="23" name="Rectangle 22">
            <a:extLst>
              <a:ext uri="{FF2B5EF4-FFF2-40B4-BE49-F238E27FC236}">
                <a16:creationId xmlns:a16="http://schemas.microsoft.com/office/drawing/2014/main" id="{2DCB6E42-3037-40F7-A351-6B952A8703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E6EDAFAC-7155-39DC-74A3-63B1353CF5F8}"/>
              </a:ext>
            </a:extLst>
          </p:cNvPr>
          <p:cNvSpPr>
            <a:spLocks noGrp="1"/>
          </p:cNvSpPr>
          <p:nvPr>
            <p:ph type="title"/>
          </p:nvPr>
        </p:nvSpPr>
        <p:spPr>
          <a:xfrm>
            <a:off x="484584" y="339538"/>
            <a:ext cx="3124185" cy="1050398"/>
          </a:xfrm>
        </p:spPr>
        <p:txBody>
          <a:bodyPr vert="horz" lIns="91440" tIns="45720" rIns="91440" bIns="45720" rtlCol="0" anchor="t">
            <a:normAutofit/>
          </a:bodyPr>
          <a:lstStyle/>
          <a:p>
            <a:pPr defTabSz="457200">
              <a:lnSpc>
                <a:spcPct val="90000"/>
              </a:lnSpc>
            </a:pPr>
            <a:r>
              <a:rPr lang="en-US" sz="3300"/>
              <a:t>Student Action</a:t>
            </a:r>
          </a:p>
        </p:txBody>
      </p:sp>
      <p:sp>
        <p:nvSpPr>
          <p:cNvPr id="54" name="Freeform 23">
            <a:extLst>
              <a:ext uri="{FF2B5EF4-FFF2-40B4-BE49-F238E27FC236}">
                <a16:creationId xmlns:a16="http://schemas.microsoft.com/office/drawing/2014/main" id="{6C65E974-2953-4A04-B871-A72F4F963C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5515" y="0"/>
            <a:ext cx="419604" cy="2782230"/>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55" name="Freeform 5">
            <a:extLst>
              <a:ext uri="{FF2B5EF4-FFF2-40B4-BE49-F238E27FC236}">
                <a16:creationId xmlns:a16="http://schemas.microsoft.com/office/drawing/2014/main" id="{5133E740-9F9B-4D5E-AD96-1928D364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837933" y="2067482"/>
            <a:ext cx="5143500" cy="1008536"/>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sp>
        <p:nvSpPr>
          <p:cNvPr id="29" name="Rectangle 28">
            <a:extLst>
              <a:ext uri="{FF2B5EF4-FFF2-40B4-BE49-F238E27FC236}">
                <a16:creationId xmlns:a16="http://schemas.microsoft.com/office/drawing/2014/main" id="{EC2FDDC6-2A2C-4087-9109-EA609FA1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0808" y="0"/>
            <a:ext cx="4573506"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47B0972-0C0E-D42C-0477-8209BAB29095}"/>
              </a:ext>
            </a:extLst>
          </p:cNvPr>
          <p:cNvPicPr>
            <a:picLocks noChangeAspect="1"/>
          </p:cNvPicPr>
          <p:nvPr/>
        </p:nvPicPr>
        <p:blipFill>
          <a:blip r:embed="rId7"/>
          <a:stretch>
            <a:fillRect/>
          </a:stretch>
        </p:blipFill>
        <p:spPr>
          <a:xfrm>
            <a:off x="4570807" y="1200929"/>
            <a:ext cx="4087103" cy="1001340"/>
          </a:xfrm>
          <a:prstGeom prst="rect">
            <a:avLst/>
          </a:prstGeom>
          <a:solidFill>
            <a:srgbClr val="FFFFFF">
              <a:shade val="85000"/>
            </a:srgbClr>
          </a:solidFill>
          <a:effectLst/>
        </p:spPr>
      </p:pic>
      <p:sp>
        <p:nvSpPr>
          <p:cNvPr id="56" name="Rectangle 30">
            <a:extLst>
              <a:ext uri="{FF2B5EF4-FFF2-40B4-BE49-F238E27FC236}">
                <a16:creationId xmlns:a16="http://schemas.microsoft.com/office/drawing/2014/main" id="{F63D9C1C-A565-4984-882D-ADDA837068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6" name="Content Placeholder 5" descr="Graphical user interface, application&#10;&#10;Description automatically generated">
            <a:extLst>
              <a:ext uri="{FF2B5EF4-FFF2-40B4-BE49-F238E27FC236}">
                <a16:creationId xmlns:a16="http://schemas.microsoft.com/office/drawing/2014/main" id="{B453787D-A348-BA37-5D65-002ECC5532C6}"/>
              </a:ext>
            </a:extLst>
          </p:cNvPr>
          <p:cNvPicPr>
            <a:picLocks noGrp="1" noChangeAspect="1"/>
          </p:cNvPicPr>
          <p:nvPr>
            <p:ph idx="1"/>
          </p:nvPr>
        </p:nvPicPr>
        <p:blipFill>
          <a:blip r:embed="rId8"/>
          <a:stretch>
            <a:fillRect/>
          </a:stretch>
        </p:blipFill>
        <p:spPr>
          <a:xfrm>
            <a:off x="4570807" y="3522826"/>
            <a:ext cx="4087103" cy="705025"/>
          </a:xfrm>
          <a:prstGeom prst="rect">
            <a:avLst/>
          </a:prstGeom>
          <a:solidFill>
            <a:srgbClr val="FFFFFF">
              <a:shade val="85000"/>
            </a:srgbClr>
          </a:solidFill>
          <a:effectLst/>
        </p:spPr>
      </p:pic>
      <p:graphicFrame>
        <p:nvGraphicFramePr>
          <p:cNvPr id="58" name="Text Placeholder 3">
            <a:extLst>
              <a:ext uri="{FF2B5EF4-FFF2-40B4-BE49-F238E27FC236}">
                <a16:creationId xmlns:a16="http://schemas.microsoft.com/office/drawing/2014/main" id="{4D2D8E79-116B-9D3E-9BAD-D6742F680FA3}"/>
              </a:ext>
            </a:extLst>
          </p:cNvPr>
          <p:cNvGraphicFramePr/>
          <p:nvPr/>
        </p:nvGraphicFramePr>
        <p:xfrm>
          <a:off x="484584" y="1539688"/>
          <a:ext cx="3123860" cy="314661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6" name="Rectangle 15">
            <a:extLst>
              <a:ext uri="{FF2B5EF4-FFF2-40B4-BE49-F238E27FC236}">
                <a16:creationId xmlns:a16="http://schemas.microsoft.com/office/drawing/2014/main" id="{B5593056-D51E-B065-EED3-FF6469934096}"/>
              </a:ext>
            </a:extLst>
          </p:cNvPr>
          <p:cNvSpPr/>
          <p:nvPr/>
        </p:nvSpPr>
        <p:spPr>
          <a:xfrm>
            <a:off x="0" y="5273964"/>
            <a:ext cx="7075055" cy="4618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0313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5482F9D-E110-434E-9B4F-41A3F5CB2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5779FF2E-BB5C-4805-AAD5-275495A2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D128EA2B-0D64-7BAF-DCE6-A84A187BC845}"/>
              </a:ext>
            </a:extLst>
          </p:cNvPr>
          <p:cNvSpPr>
            <a:spLocks noGrp="1"/>
          </p:cNvSpPr>
          <p:nvPr>
            <p:ph type="title"/>
          </p:nvPr>
        </p:nvSpPr>
        <p:spPr>
          <a:xfrm>
            <a:off x="486697" y="471950"/>
            <a:ext cx="6939116" cy="762490"/>
          </a:xfrm>
        </p:spPr>
        <p:txBody>
          <a:bodyPr>
            <a:normAutofit/>
          </a:bodyPr>
          <a:lstStyle/>
          <a:p>
            <a:r>
              <a:rPr lang="en-US">
                <a:solidFill>
                  <a:srgbClr val="EBEBEB"/>
                </a:solidFill>
              </a:rPr>
              <a:t>Last Words</a:t>
            </a:r>
            <a:endParaRPr lang="en-AU">
              <a:solidFill>
                <a:srgbClr val="EBEBEB"/>
              </a:solidFill>
            </a:endParaRPr>
          </a:p>
        </p:txBody>
      </p:sp>
      <p:sp>
        <p:nvSpPr>
          <p:cNvPr id="13" name="Rectangle 12">
            <a:extLst>
              <a:ext uri="{FF2B5EF4-FFF2-40B4-BE49-F238E27FC236}">
                <a16:creationId xmlns:a16="http://schemas.microsoft.com/office/drawing/2014/main" id="{6EB83258-50E7-4A51-8C48-ADA7CD7F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5" name="Freeform: Shape 14">
            <a:extLst>
              <a:ext uri="{FF2B5EF4-FFF2-40B4-BE49-F238E27FC236}">
                <a16:creationId xmlns:a16="http://schemas.microsoft.com/office/drawing/2014/main" id="{A4188960-1398-409C-BA5D-F87CCB743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4312" cy="3821950"/>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sp>
      <p:graphicFrame>
        <p:nvGraphicFramePr>
          <p:cNvPr id="5" name="Content Placeholder 2">
            <a:extLst>
              <a:ext uri="{FF2B5EF4-FFF2-40B4-BE49-F238E27FC236}">
                <a16:creationId xmlns:a16="http://schemas.microsoft.com/office/drawing/2014/main" id="{A43B96A8-CA7A-3C95-DDF3-A313E475F84C}"/>
              </a:ext>
            </a:extLst>
          </p:cNvPr>
          <p:cNvGraphicFramePr>
            <a:graphicFrameLocks noGrp="1"/>
          </p:cNvGraphicFramePr>
          <p:nvPr>
            <p:ph idx="1"/>
            <p:extLst>
              <p:ext uri="{D42A27DB-BD31-4B8C-83A1-F6EECF244321}">
                <p14:modId xmlns:p14="http://schemas.microsoft.com/office/powerpoint/2010/main" val="2509458674"/>
              </p:ext>
            </p:extLst>
          </p:nvPr>
        </p:nvGraphicFramePr>
        <p:xfrm>
          <a:off x="486697" y="2107692"/>
          <a:ext cx="8171528" cy="25532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7">
            <a:extLst>
              <a:ext uri="{FF2B5EF4-FFF2-40B4-BE49-F238E27FC236}">
                <a16:creationId xmlns:a16="http://schemas.microsoft.com/office/drawing/2014/main" id="{BB79BCE8-30EB-7375-8E43-6DF611DCD93F}"/>
              </a:ext>
            </a:extLst>
          </p:cNvPr>
          <p:cNvSpPr/>
          <p:nvPr/>
        </p:nvSpPr>
        <p:spPr>
          <a:xfrm>
            <a:off x="0" y="5273964"/>
            <a:ext cx="7075055" cy="4618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502554"/>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5482F9D-E110-434E-9B4F-41A3F5CB2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5779FF2E-BB5C-4805-AAD5-275495A2B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D128EA2B-0D64-7BAF-DCE6-A84A187BC845}"/>
              </a:ext>
            </a:extLst>
          </p:cNvPr>
          <p:cNvSpPr>
            <a:spLocks noGrp="1"/>
          </p:cNvSpPr>
          <p:nvPr>
            <p:ph type="title"/>
          </p:nvPr>
        </p:nvSpPr>
        <p:spPr>
          <a:xfrm>
            <a:off x="486697" y="471950"/>
            <a:ext cx="6939116" cy="762490"/>
          </a:xfrm>
        </p:spPr>
        <p:txBody>
          <a:bodyPr>
            <a:normAutofit/>
          </a:bodyPr>
          <a:lstStyle/>
          <a:p>
            <a:r>
              <a:rPr lang="en-US">
                <a:solidFill>
                  <a:srgbClr val="EBEBEB"/>
                </a:solidFill>
              </a:rPr>
              <a:t>Last Words</a:t>
            </a:r>
            <a:endParaRPr lang="en-AU">
              <a:solidFill>
                <a:srgbClr val="EBEBEB"/>
              </a:solidFill>
            </a:endParaRPr>
          </a:p>
        </p:txBody>
      </p:sp>
      <p:sp>
        <p:nvSpPr>
          <p:cNvPr id="13" name="Rectangle 12">
            <a:extLst>
              <a:ext uri="{FF2B5EF4-FFF2-40B4-BE49-F238E27FC236}">
                <a16:creationId xmlns:a16="http://schemas.microsoft.com/office/drawing/2014/main" id="{6EB83258-50E7-4A51-8C48-ADA7CD7FC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5" name="Freeform: Shape 14">
            <a:extLst>
              <a:ext uri="{FF2B5EF4-FFF2-40B4-BE49-F238E27FC236}">
                <a16:creationId xmlns:a16="http://schemas.microsoft.com/office/drawing/2014/main" id="{A4188960-1398-409C-BA5D-F87CCB743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4312" cy="3821950"/>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sp>
      <p:sp>
        <p:nvSpPr>
          <p:cNvPr id="8" name="Rectangle 7">
            <a:extLst>
              <a:ext uri="{FF2B5EF4-FFF2-40B4-BE49-F238E27FC236}">
                <a16:creationId xmlns:a16="http://schemas.microsoft.com/office/drawing/2014/main" id="{BB79BCE8-30EB-7375-8E43-6DF611DCD93F}"/>
              </a:ext>
            </a:extLst>
          </p:cNvPr>
          <p:cNvSpPr/>
          <p:nvPr/>
        </p:nvSpPr>
        <p:spPr>
          <a:xfrm>
            <a:off x="0" y="5273964"/>
            <a:ext cx="7075055" cy="4618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C231C1FF-BC98-D776-1987-FC0FC05FBF79}"/>
              </a:ext>
            </a:extLst>
          </p:cNvPr>
          <p:cNvSpPr>
            <a:spLocks noGrp="1"/>
          </p:cNvSpPr>
          <p:nvPr>
            <p:ph idx="1"/>
          </p:nvPr>
        </p:nvSpPr>
        <p:spPr>
          <a:xfrm>
            <a:off x="2508503" y="2571750"/>
            <a:ext cx="4317170" cy="1011959"/>
          </a:xfrm>
        </p:spPr>
        <p:txBody>
          <a:bodyPr>
            <a:normAutofit/>
          </a:bodyPr>
          <a:lstStyle/>
          <a:p>
            <a:pPr marL="0" indent="0">
              <a:buNone/>
            </a:pPr>
            <a:r>
              <a:rPr lang="en-US" sz="4500" dirty="0">
                <a:solidFill>
                  <a:schemeClr val="accent6">
                    <a:lumMod val="75000"/>
                  </a:schemeClr>
                </a:solidFill>
                <a:latin typeface="Times New Roman" panose="02020603050405020304" pitchFamily="18" charset="0"/>
                <a:cs typeface="Times New Roman" panose="02020603050405020304" pitchFamily="18" charset="0"/>
              </a:rPr>
              <a:t>Thank You !!!</a:t>
            </a:r>
          </a:p>
        </p:txBody>
      </p:sp>
      <p:sp>
        <p:nvSpPr>
          <p:cNvPr id="12" name="Oval 11">
            <a:extLst>
              <a:ext uri="{FF2B5EF4-FFF2-40B4-BE49-F238E27FC236}">
                <a16:creationId xmlns:a16="http://schemas.microsoft.com/office/drawing/2014/main" id="{B0143611-BD3C-9988-FCF5-31F5DCD5A864}"/>
              </a:ext>
            </a:extLst>
          </p:cNvPr>
          <p:cNvSpPr/>
          <p:nvPr/>
        </p:nvSpPr>
        <p:spPr>
          <a:xfrm>
            <a:off x="4343814" y="4880842"/>
            <a:ext cx="228185" cy="244186"/>
          </a:xfrm>
          <a:prstGeom prst="ellipse">
            <a:avLst/>
          </a:prstGeom>
          <a:solidFill>
            <a:srgbClr val="9EFF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6A8D2F7-4DB0-CFF8-E454-BCECF01F0B13}"/>
              </a:ext>
            </a:extLst>
          </p:cNvPr>
          <p:cNvSpPr/>
          <p:nvPr/>
        </p:nvSpPr>
        <p:spPr>
          <a:xfrm>
            <a:off x="671590" y="3110432"/>
            <a:ext cx="141376" cy="244186"/>
          </a:xfrm>
          <a:prstGeom prst="ellips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928EA70-2FB5-D3F2-D963-C7E08E6D32FC}"/>
              </a:ext>
            </a:extLst>
          </p:cNvPr>
          <p:cNvSpPr/>
          <p:nvPr/>
        </p:nvSpPr>
        <p:spPr>
          <a:xfrm>
            <a:off x="1807497" y="4671550"/>
            <a:ext cx="141376" cy="244186"/>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95AC390-94D6-0957-F6C5-A61485742395}"/>
              </a:ext>
            </a:extLst>
          </p:cNvPr>
          <p:cNvSpPr/>
          <p:nvPr/>
        </p:nvSpPr>
        <p:spPr>
          <a:xfrm>
            <a:off x="386885" y="1714621"/>
            <a:ext cx="141376" cy="24418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B5C85AA-7305-87F0-A3EF-71DF6C446657}"/>
              </a:ext>
            </a:extLst>
          </p:cNvPr>
          <p:cNvSpPr/>
          <p:nvPr/>
        </p:nvSpPr>
        <p:spPr>
          <a:xfrm>
            <a:off x="3396151" y="2161916"/>
            <a:ext cx="141376" cy="24418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E8BFA5F-096A-5E86-0EE6-532397B7D186}"/>
              </a:ext>
            </a:extLst>
          </p:cNvPr>
          <p:cNvSpPr/>
          <p:nvPr/>
        </p:nvSpPr>
        <p:spPr>
          <a:xfrm>
            <a:off x="7093956" y="4374132"/>
            <a:ext cx="141376" cy="1887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1A9B93D-0BF1-BBA9-41C1-8DF0C87BB44A}"/>
              </a:ext>
            </a:extLst>
          </p:cNvPr>
          <p:cNvSpPr/>
          <p:nvPr/>
        </p:nvSpPr>
        <p:spPr>
          <a:xfrm>
            <a:off x="8272020" y="1679638"/>
            <a:ext cx="485095" cy="499162"/>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D10AC16-3D32-9C6B-5FEB-6742E381F4FD}"/>
              </a:ext>
            </a:extLst>
          </p:cNvPr>
          <p:cNvSpPr/>
          <p:nvPr/>
        </p:nvSpPr>
        <p:spPr>
          <a:xfrm>
            <a:off x="5699207" y="3232525"/>
            <a:ext cx="212065" cy="244186"/>
          </a:xfrm>
          <a:prstGeom prst="ellipse">
            <a:avLst/>
          </a:prstGeom>
          <a:solidFill>
            <a:srgbClr val="007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5602479"/>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0</TotalTime>
  <Words>448</Words>
  <Application>Microsoft Macintosh PowerPoint</Application>
  <PresentationFormat>On-screen Show (16:9)</PresentationFormat>
  <Paragraphs>52</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Century Gothic</vt:lpstr>
      <vt:lpstr>Times New Roman</vt:lpstr>
      <vt:lpstr>Wingdings</vt:lpstr>
      <vt:lpstr>Wingdings 3</vt:lpstr>
      <vt:lpstr>Ion</vt:lpstr>
      <vt:lpstr>ITAP 3012 Developing web application</vt:lpstr>
      <vt:lpstr>Group Members </vt:lpstr>
      <vt:lpstr>Introduction to the Project 1</vt:lpstr>
      <vt:lpstr>Introduction to the Project 2</vt:lpstr>
      <vt:lpstr>More about project</vt:lpstr>
      <vt:lpstr>Registration Page</vt:lpstr>
      <vt:lpstr>Login Page</vt:lpstr>
      <vt:lpstr>Management System</vt:lpstr>
      <vt:lpstr>Cont.…</vt:lpstr>
      <vt:lpstr>Admins Action (Lecturer)</vt:lpstr>
      <vt:lpstr>Student Action</vt:lpstr>
      <vt:lpstr>Last Words</vt:lpstr>
      <vt:lpstr>Last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2022-05-28T03:26:12Z</dcterms:modified>
</cp:coreProperties>
</file>